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Merriweather Sans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Monda"/>
      <p:regular r:id="rId26"/>
      <p:bold r:id="rId27"/>
    </p:embeddedFont>
    <p:embeddedFont>
      <p:font typeface="Poppins SemiBold"/>
      <p:regular r:id="rId28"/>
      <p:bold r:id="rId29"/>
      <p:italic r:id="rId30"/>
      <p:boldItalic r:id="rId31"/>
    </p:embeddedFont>
    <p:embeddedFont>
      <p:font typeface="Shadows Into Light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gFgC5EjmyZeD088sHF11hIEYkX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Sans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MerriweatherSans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da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Mond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ShadowsIntoLight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erriweatherSans-bold.fntdata"/><Relationship Id="rId18" Type="http://schemas.openxmlformats.org/officeDocument/2006/relationships/font" Target="fonts/Merriweather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hyperlink" Target="https://canva.link/asqagj83zbyf47b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22.png"/><Relationship Id="rId13" Type="http://schemas.openxmlformats.org/officeDocument/2006/relationships/image" Target="../media/image15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9" Type="http://schemas.openxmlformats.org/officeDocument/2006/relationships/image" Target="../media/image18.png"/><Relationship Id="rId15" Type="http://schemas.openxmlformats.org/officeDocument/2006/relationships/image" Target="../media/image19.png"/><Relationship Id="rId14" Type="http://schemas.openxmlformats.org/officeDocument/2006/relationships/image" Target="../media/image10.png"/><Relationship Id="rId17" Type="http://schemas.openxmlformats.org/officeDocument/2006/relationships/image" Target="../media/image20.png"/><Relationship Id="rId16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10800000">
            <a:off x="14645974" y="704269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 rotWithShape="1">
            <a:blip r:embed="rId4">
              <a:alphaModFix amt="5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 rot="10800000">
            <a:off x="-501257" y="704269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 rotWithShape="1">
            <a:blip r:embed="rId5">
              <a:alphaModFix amt="6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1914550" y="2000250"/>
            <a:ext cx="13814793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9" u="sng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AutoRestTest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An AI-Powered Platform for Automated REST API Testing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289388" y="8453667"/>
            <a:ext cx="7709225" cy="646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Supervised by: Toukir Ahammed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738401" y="6276887"/>
            <a:ext cx="8260211" cy="145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Mohammad Ismail Hossain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BSSE 1433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1963774" y="1963750"/>
            <a:ext cx="14129235" cy="7947695"/>
          </a:xfrm>
          <a:custGeom>
            <a:rect b="b" l="l" r="r" t="t"/>
            <a:pathLst>
              <a:path extrusionOk="0" h="7947695" w="14129235">
                <a:moveTo>
                  <a:pt x="0" y="0"/>
                </a:moveTo>
                <a:lnTo>
                  <a:pt x="14129236" y="0"/>
                </a:lnTo>
                <a:lnTo>
                  <a:pt x="14129236" y="7947695"/>
                </a:lnTo>
                <a:lnTo>
                  <a:pt x="0" y="79476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 txBox="1"/>
          <p:nvPr/>
        </p:nvSpPr>
        <p:spPr>
          <a:xfrm>
            <a:off x="1410968" y="821726"/>
            <a:ext cx="122778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68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Background: REST API &amp; OpenAPI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9139238" y="4236136"/>
            <a:ext cx="9525" cy="163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1963641" y="2551247"/>
            <a:ext cx="14370243" cy="7131233"/>
          </a:xfrm>
          <a:custGeom>
            <a:rect b="b" l="l" r="r" t="t"/>
            <a:pathLst>
              <a:path extrusionOk="0" h="7131233" w="14370243">
                <a:moveTo>
                  <a:pt x="0" y="0"/>
                </a:moveTo>
                <a:lnTo>
                  <a:pt x="14370243" y="0"/>
                </a:lnTo>
                <a:lnTo>
                  <a:pt x="14370243" y="7131233"/>
                </a:lnTo>
                <a:lnTo>
                  <a:pt x="0" y="71312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627429" y="1212018"/>
            <a:ext cx="1432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latin typeface="Merriweather Sans"/>
                <a:ea typeface="Merriweather Sans"/>
                <a:cs typeface="Merriweather Sans"/>
                <a:sym typeface="Merriweather Sans"/>
              </a:rPr>
              <a:t>What's</a:t>
            </a:r>
            <a:r>
              <a:rPr b="0" i="0" lang="en-US" sz="55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wrong with Manual testing?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9139238" y="4236136"/>
            <a:ext cx="9525" cy="163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120" name="Google Shape;120;p4"/>
          <p:cNvSpPr txBox="1"/>
          <p:nvPr/>
        </p:nvSpPr>
        <p:spPr>
          <a:xfrm>
            <a:off x="402647" y="1480943"/>
            <a:ext cx="11228195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AutoRestTest Approach 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2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4"/>
          <p:cNvSpPr txBox="1"/>
          <p:nvPr/>
        </p:nvSpPr>
        <p:spPr>
          <a:xfrm>
            <a:off x="9139238" y="4236136"/>
            <a:ext cx="9525" cy="163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7109207" y="9624836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1028700" y="5038725"/>
            <a:ext cx="16955427" cy="2770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72136" lvl="1" marL="114427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Char char="•"/>
            </a:pPr>
            <a:r>
              <a:rPr b="0" i="0" lang="en-US" sz="53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Semantic Property Dependency Graph (SPDG)</a:t>
            </a:r>
            <a:endParaRPr/>
          </a:p>
          <a:p>
            <a:pPr indent="-572136" lvl="1" marL="114427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Char char="•"/>
            </a:pPr>
            <a:r>
              <a:rPr b="0" i="0" lang="en-US" sz="53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REST Agents</a:t>
            </a:r>
            <a:endParaRPr/>
          </a:p>
          <a:p>
            <a:pPr indent="-572136" lvl="1" marL="114427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Char char="•"/>
            </a:pPr>
            <a:r>
              <a:rPr b="0" i="0" lang="en-US" sz="53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Q Learning and Agent Policy </a:t>
            </a:r>
            <a:endParaRPr/>
          </a:p>
        </p:txBody>
      </p:sp>
      <p:grpSp>
        <p:nvGrpSpPr>
          <p:cNvPr id="126" name="Google Shape;126;p4"/>
          <p:cNvGrpSpPr/>
          <p:nvPr/>
        </p:nvGrpSpPr>
        <p:grpSpPr>
          <a:xfrm>
            <a:off x="2114622" y="3374193"/>
            <a:ext cx="4273548" cy="1072096"/>
            <a:chOff x="-215" y="0"/>
            <a:chExt cx="3173155" cy="796043"/>
          </a:xfrm>
        </p:grpSpPr>
        <p:sp>
          <p:nvSpPr>
            <p:cNvPr id="127" name="Google Shape;127;p4"/>
            <p:cNvSpPr/>
            <p:nvPr/>
          </p:nvSpPr>
          <p:spPr>
            <a:xfrm>
              <a:off x="40022" y="45156"/>
              <a:ext cx="3132918" cy="750887"/>
            </a:xfrm>
            <a:custGeom>
              <a:rect b="b" l="l" r="r" t="t"/>
              <a:pathLst>
                <a:path extrusionOk="0" h="750887" w="3132918">
                  <a:moveTo>
                    <a:pt x="618" y="721113"/>
                  </a:moveTo>
                  <a:cubicBezTo>
                    <a:pt x="-1922" y="730003"/>
                    <a:pt x="3158" y="736353"/>
                    <a:pt x="19818" y="737623"/>
                  </a:cubicBezTo>
                  <a:cubicBezTo>
                    <a:pt x="39039" y="738893"/>
                    <a:pt x="55858" y="738893"/>
                    <a:pt x="75079" y="738893"/>
                  </a:cubicBezTo>
                  <a:cubicBezTo>
                    <a:pt x="151963" y="740163"/>
                    <a:pt x="228847" y="740163"/>
                    <a:pt x="308133" y="741433"/>
                  </a:cubicBezTo>
                  <a:cubicBezTo>
                    <a:pt x="351381" y="742703"/>
                    <a:pt x="394628" y="743973"/>
                    <a:pt x="435472" y="745243"/>
                  </a:cubicBezTo>
                  <a:cubicBezTo>
                    <a:pt x="507551" y="746513"/>
                    <a:pt x="577227" y="746513"/>
                    <a:pt x="649306" y="747783"/>
                  </a:cubicBezTo>
                  <a:cubicBezTo>
                    <a:pt x="678138" y="747783"/>
                    <a:pt x="704566" y="747783"/>
                    <a:pt x="733398" y="746513"/>
                  </a:cubicBezTo>
                  <a:cubicBezTo>
                    <a:pt x="745411" y="746513"/>
                    <a:pt x="759827" y="745243"/>
                    <a:pt x="771840" y="745243"/>
                  </a:cubicBezTo>
                  <a:cubicBezTo>
                    <a:pt x="819892" y="746513"/>
                    <a:pt x="1780942" y="737623"/>
                    <a:pt x="1828995" y="738893"/>
                  </a:cubicBezTo>
                  <a:cubicBezTo>
                    <a:pt x="1896268" y="740163"/>
                    <a:pt x="2081270" y="740163"/>
                    <a:pt x="2148544" y="740163"/>
                  </a:cubicBezTo>
                  <a:cubicBezTo>
                    <a:pt x="2174973" y="740163"/>
                    <a:pt x="2198999" y="738893"/>
                    <a:pt x="2225428" y="738893"/>
                  </a:cubicBezTo>
                  <a:lnTo>
                    <a:pt x="2355170" y="742703"/>
                  </a:lnTo>
                  <a:cubicBezTo>
                    <a:pt x="2448872" y="745243"/>
                    <a:pt x="2540172" y="742703"/>
                    <a:pt x="2633874" y="746513"/>
                  </a:cubicBezTo>
                  <a:cubicBezTo>
                    <a:pt x="2790045" y="751593"/>
                    <a:pt x="2948618" y="745243"/>
                    <a:pt x="3069418" y="750323"/>
                  </a:cubicBezTo>
                  <a:cubicBezTo>
                    <a:pt x="3089738" y="751593"/>
                    <a:pt x="3110058" y="750323"/>
                    <a:pt x="3132918" y="750323"/>
                  </a:cubicBezTo>
                  <a:lnTo>
                    <a:pt x="3132918" y="690633"/>
                  </a:lnTo>
                  <a:cubicBezTo>
                    <a:pt x="3131648" y="647264"/>
                    <a:pt x="3130378" y="622292"/>
                    <a:pt x="3130378" y="595760"/>
                  </a:cubicBezTo>
                  <a:cubicBezTo>
                    <a:pt x="3130378" y="565066"/>
                    <a:pt x="3134188" y="533851"/>
                    <a:pt x="3127838" y="503157"/>
                  </a:cubicBezTo>
                  <a:cubicBezTo>
                    <a:pt x="3120218" y="482868"/>
                    <a:pt x="3108788" y="82803"/>
                    <a:pt x="3108788" y="62514"/>
                  </a:cubicBezTo>
                  <a:cubicBezTo>
                    <a:pt x="3106248" y="48467"/>
                    <a:pt x="3104978" y="33900"/>
                    <a:pt x="3102438" y="19854"/>
                  </a:cubicBezTo>
                  <a:cubicBezTo>
                    <a:pt x="3102438" y="15692"/>
                    <a:pt x="3101168" y="11530"/>
                    <a:pt x="3099898" y="5644"/>
                  </a:cubicBezTo>
                  <a:cubicBezTo>
                    <a:pt x="3089738" y="3104"/>
                    <a:pt x="3080848" y="1834"/>
                    <a:pt x="3070688" y="564"/>
                  </a:cubicBezTo>
                  <a:cubicBezTo>
                    <a:pt x="3063068" y="-706"/>
                    <a:pt x="3055448" y="564"/>
                    <a:pt x="3049098" y="564"/>
                  </a:cubicBezTo>
                  <a:lnTo>
                    <a:pt x="7805" y="5644"/>
                  </a:lnTo>
                  <a:lnTo>
                    <a:pt x="618" y="721113"/>
                  </a:lnTo>
                  <a:close/>
                </a:path>
              </a:pathLst>
            </a:custGeom>
            <a:solidFill>
              <a:srgbClr val="FCF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11430" y="16510"/>
              <a:ext cx="3111980" cy="742139"/>
            </a:xfrm>
            <a:custGeom>
              <a:rect b="b" l="l" r="r" t="t"/>
              <a:pathLst>
                <a:path extrusionOk="0" h="742139" w="3111980">
                  <a:moveTo>
                    <a:pt x="3111980" y="742139"/>
                  </a:moveTo>
                  <a:lnTo>
                    <a:pt x="0" y="734519"/>
                  </a:lnTo>
                  <a:lnTo>
                    <a:pt x="0" y="265960"/>
                  </a:lnTo>
                  <a:lnTo>
                    <a:pt x="7620" y="20320"/>
                  </a:lnTo>
                  <a:lnTo>
                    <a:pt x="1557259" y="0"/>
                  </a:lnTo>
                  <a:lnTo>
                    <a:pt x="3090390" y="8890"/>
                  </a:lnTo>
                  <a:close/>
                </a:path>
              </a:pathLst>
            </a:custGeom>
            <a:solidFill>
              <a:srgbClr val="FEFA9C"/>
            </a:solidFill>
            <a:ln>
              <a:noFill/>
            </a:ln>
          </p:spPr>
        </p:sp>
        <p:sp>
          <p:nvSpPr>
            <p:cNvPr id="129" name="Google Shape;129;p4"/>
            <p:cNvSpPr/>
            <p:nvPr/>
          </p:nvSpPr>
          <p:spPr>
            <a:xfrm>
              <a:off x="-215" y="0"/>
              <a:ext cx="3136325" cy="768103"/>
            </a:xfrm>
            <a:custGeom>
              <a:rect b="b" l="l" r="r" t="t"/>
              <a:pathLst>
                <a:path extrusionOk="0" h="768103" w="3136325">
                  <a:moveTo>
                    <a:pt x="3103305" y="21590"/>
                  </a:moveTo>
                  <a:cubicBezTo>
                    <a:pt x="3104575" y="34290"/>
                    <a:pt x="3104575" y="44450"/>
                    <a:pt x="3105845" y="53044"/>
                  </a:cubicBezTo>
                  <a:cubicBezTo>
                    <a:pt x="3108385" y="67091"/>
                    <a:pt x="3109655" y="81658"/>
                    <a:pt x="3112195" y="95704"/>
                  </a:cubicBezTo>
                  <a:cubicBezTo>
                    <a:pt x="3112195" y="115993"/>
                    <a:pt x="3124895" y="516058"/>
                    <a:pt x="3131245" y="536347"/>
                  </a:cubicBezTo>
                  <a:cubicBezTo>
                    <a:pt x="3137595" y="567042"/>
                    <a:pt x="3133785" y="598256"/>
                    <a:pt x="3133785" y="628950"/>
                  </a:cubicBezTo>
                  <a:cubicBezTo>
                    <a:pt x="3133785" y="656003"/>
                    <a:pt x="3135055" y="680974"/>
                    <a:pt x="3136325" y="707849"/>
                  </a:cubicBezTo>
                  <a:lnTo>
                    <a:pt x="3136325" y="767539"/>
                  </a:lnTo>
                  <a:cubicBezTo>
                    <a:pt x="3113465" y="767539"/>
                    <a:pt x="3093145" y="768809"/>
                    <a:pt x="3072825" y="767539"/>
                  </a:cubicBezTo>
                  <a:cubicBezTo>
                    <a:pt x="2919179" y="762459"/>
                    <a:pt x="2760606" y="768809"/>
                    <a:pt x="2604435" y="763729"/>
                  </a:cubicBezTo>
                  <a:cubicBezTo>
                    <a:pt x="2510732" y="759919"/>
                    <a:pt x="2419433" y="762459"/>
                    <a:pt x="2325731" y="759919"/>
                  </a:cubicBezTo>
                  <a:lnTo>
                    <a:pt x="2195989" y="756109"/>
                  </a:lnTo>
                  <a:cubicBezTo>
                    <a:pt x="2169560" y="756109"/>
                    <a:pt x="2145534" y="757379"/>
                    <a:pt x="2119105" y="757379"/>
                  </a:cubicBezTo>
                  <a:cubicBezTo>
                    <a:pt x="2051831" y="756109"/>
                    <a:pt x="1866829" y="757379"/>
                    <a:pt x="1799556" y="756109"/>
                  </a:cubicBezTo>
                  <a:cubicBezTo>
                    <a:pt x="1751503" y="754839"/>
                    <a:pt x="790453" y="763729"/>
                    <a:pt x="742401" y="762459"/>
                  </a:cubicBezTo>
                  <a:cubicBezTo>
                    <a:pt x="730388" y="762459"/>
                    <a:pt x="715972" y="763729"/>
                    <a:pt x="703959" y="763729"/>
                  </a:cubicBezTo>
                  <a:cubicBezTo>
                    <a:pt x="675127" y="763729"/>
                    <a:pt x="648698" y="764999"/>
                    <a:pt x="619867" y="764999"/>
                  </a:cubicBezTo>
                  <a:cubicBezTo>
                    <a:pt x="547788" y="764999"/>
                    <a:pt x="478112" y="763729"/>
                    <a:pt x="406033" y="762459"/>
                  </a:cubicBezTo>
                  <a:cubicBezTo>
                    <a:pt x="362786" y="761189"/>
                    <a:pt x="319539" y="759919"/>
                    <a:pt x="278694" y="758649"/>
                  </a:cubicBezTo>
                  <a:cubicBezTo>
                    <a:pt x="201810" y="757379"/>
                    <a:pt x="124926" y="756109"/>
                    <a:pt x="45640" y="756109"/>
                  </a:cubicBezTo>
                  <a:cubicBezTo>
                    <a:pt x="34505" y="756109"/>
                    <a:pt x="25615" y="756109"/>
                    <a:pt x="15455" y="754839"/>
                  </a:cubicBezTo>
                  <a:cubicBezTo>
                    <a:pt x="6565" y="753569"/>
                    <a:pt x="1485" y="747219"/>
                    <a:pt x="4025" y="738329"/>
                  </a:cubicBezTo>
                  <a:cubicBezTo>
                    <a:pt x="12915" y="706986"/>
                    <a:pt x="9105" y="693980"/>
                    <a:pt x="7835" y="680454"/>
                  </a:cubicBezTo>
                  <a:cubicBezTo>
                    <a:pt x="6565" y="652881"/>
                    <a:pt x="2755" y="625829"/>
                    <a:pt x="4025" y="598256"/>
                  </a:cubicBezTo>
                  <a:cubicBezTo>
                    <a:pt x="1485" y="563920"/>
                    <a:pt x="-3595" y="138884"/>
                    <a:pt x="4025" y="104028"/>
                  </a:cubicBezTo>
                  <a:cubicBezTo>
                    <a:pt x="5295" y="97265"/>
                    <a:pt x="4025" y="89981"/>
                    <a:pt x="5295" y="83218"/>
                  </a:cubicBezTo>
                  <a:cubicBezTo>
                    <a:pt x="6565" y="72293"/>
                    <a:pt x="9105" y="60328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4861" y="30480"/>
                    <a:pt x="103303" y="29210"/>
                  </a:cubicBezTo>
                  <a:cubicBezTo>
                    <a:pt x="168173" y="25400"/>
                    <a:pt x="233044" y="22860"/>
                    <a:pt x="300318" y="20320"/>
                  </a:cubicBezTo>
                  <a:cubicBezTo>
                    <a:pt x="345968" y="17780"/>
                    <a:pt x="391618" y="16510"/>
                    <a:pt x="434865" y="13970"/>
                  </a:cubicBezTo>
                  <a:cubicBezTo>
                    <a:pt x="478112" y="11430"/>
                    <a:pt x="523762" y="8890"/>
                    <a:pt x="567009" y="8890"/>
                  </a:cubicBezTo>
                  <a:cubicBezTo>
                    <a:pt x="615062" y="7620"/>
                    <a:pt x="663114" y="10160"/>
                    <a:pt x="711167" y="8890"/>
                  </a:cubicBezTo>
                  <a:cubicBezTo>
                    <a:pt x="771232" y="8890"/>
                    <a:pt x="1859621" y="6350"/>
                    <a:pt x="1919687" y="5080"/>
                  </a:cubicBezTo>
                  <a:cubicBezTo>
                    <a:pt x="1977350" y="3810"/>
                    <a:pt x="2035013" y="2540"/>
                    <a:pt x="2095079" y="2540"/>
                  </a:cubicBezTo>
                  <a:cubicBezTo>
                    <a:pt x="2193586" y="1270"/>
                    <a:pt x="2289691" y="0"/>
                    <a:pt x="2388199" y="0"/>
                  </a:cubicBezTo>
                  <a:cubicBezTo>
                    <a:pt x="2429043" y="0"/>
                    <a:pt x="2472291" y="2540"/>
                    <a:pt x="2513135" y="2540"/>
                  </a:cubicBezTo>
                  <a:cubicBezTo>
                    <a:pt x="2626059" y="3810"/>
                    <a:pt x="2741385" y="5080"/>
                    <a:pt x="2854308" y="7620"/>
                  </a:cubicBezTo>
                  <a:cubicBezTo>
                    <a:pt x="2914374" y="8890"/>
                    <a:pt x="2974439" y="12700"/>
                    <a:pt x="3034505" y="16510"/>
                  </a:cubicBezTo>
                  <a:lnTo>
                    <a:pt x="3072825" y="16510"/>
                  </a:lnTo>
                  <a:cubicBezTo>
                    <a:pt x="3084255" y="17780"/>
                    <a:pt x="3093145" y="20320"/>
                    <a:pt x="3103305" y="21590"/>
                  </a:cubicBezTo>
                  <a:close/>
                  <a:moveTo>
                    <a:pt x="3113465" y="751029"/>
                  </a:moveTo>
                  <a:cubicBezTo>
                    <a:pt x="3114735" y="734519"/>
                    <a:pt x="3116005" y="721819"/>
                    <a:pt x="3116005" y="709119"/>
                  </a:cubicBezTo>
                  <a:cubicBezTo>
                    <a:pt x="3114735" y="678373"/>
                    <a:pt x="3113465" y="650800"/>
                    <a:pt x="3113465" y="621147"/>
                  </a:cubicBezTo>
                  <a:cubicBezTo>
                    <a:pt x="3113465" y="607620"/>
                    <a:pt x="3116005" y="594094"/>
                    <a:pt x="3114735" y="580568"/>
                  </a:cubicBezTo>
                  <a:cubicBezTo>
                    <a:pt x="3114735" y="568082"/>
                    <a:pt x="3113465" y="555076"/>
                    <a:pt x="3112195" y="542590"/>
                  </a:cubicBezTo>
                  <a:cubicBezTo>
                    <a:pt x="3107115" y="523341"/>
                    <a:pt x="3095685" y="124837"/>
                    <a:pt x="3095685" y="105589"/>
                  </a:cubicBezTo>
                  <a:cubicBezTo>
                    <a:pt x="3093145" y="89461"/>
                    <a:pt x="3090605" y="72813"/>
                    <a:pt x="3088065" y="56686"/>
                  </a:cubicBezTo>
                  <a:cubicBezTo>
                    <a:pt x="3086795" y="44450"/>
                    <a:pt x="3085525" y="43180"/>
                    <a:pt x="3068142" y="41910"/>
                  </a:cubicBezTo>
                  <a:cubicBezTo>
                    <a:pt x="3060934" y="41910"/>
                    <a:pt x="3056128" y="41910"/>
                    <a:pt x="3048921" y="40640"/>
                  </a:cubicBezTo>
                  <a:cubicBezTo>
                    <a:pt x="2988855" y="36830"/>
                    <a:pt x="2926387" y="31750"/>
                    <a:pt x="2866321" y="30480"/>
                  </a:cubicBezTo>
                  <a:cubicBezTo>
                    <a:pt x="2719761" y="26670"/>
                    <a:pt x="2570798" y="25400"/>
                    <a:pt x="2424238" y="22860"/>
                  </a:cubicBezTo>
                  <a:lnTo>
                    <a:pt x="2251249" y="22860"/>
                  </a:lnTo>
                  <a:cubicBezTo>
                    <a:pt x="2174365" y="22860"/>
                    <a:pt x="2097481" y="22860"/>
                    <a:pt x="2023000" y="24130"/>
                  </a:cubicBezTo>
                  <a:cubicBezTo>
                    <a:pt x="1958129" y="25400"/>
                    <a:pt x="864935" y="29210"/>
                    <a:pt x="800064" y="29210"/>
                  </a:cubicBezTo>
                  <a:cubicBezTo>
                    <a:pt x="694348" y="29210"/>
                    <a:pt x="588633" y="26670"/>
                    <a:pt x="482917" y="33020"/>
                  </a:cubicBezTo>
                  <a:cubicBezTo>
                    <a:pt x="427657" y="36830"/>
                    <a:pt x="374799" y="36830"/>
                    <a:pt x="321941" y="38100"/>
                  </a:cubicBezTo>
                  <a:cubicBezTo>
                    <a:pt x="230642" y="41910"/>
                    <a:pt x="139342" y="45720"/>
                    <a:pt x="48042" y="50800"/>
                  </a:cubicBezTo>
                  <a:cubicBezTo>
                    <a:pt x="33235" y="50800"/>
                    <a:pt x="30695" y="52524"/>
                    <a:pt x="29425" y="58767"/>
                  </a:cubicBezTo>
                  <a:cubicBezTo>
                    <a:pt x="28155" y="68131"/>
                    <a:pt x="28155" y="77496"/>
                    <a:pt x="26885" y="86860"/>
                  </a:cubicBezTo>
                  <a:cubicBezTo>
                    <a:pt x="25615" y="102467"/>
                    <a:pt x="23075" y="117554"/>
                    <a:pt x="21805" y="133161"/>
                  </a:cubicBezTo>
                  <a:cubicBezTo>
                    <a:pt x="16725" y="149809"/>
                    <a:pt x="23075" y="556637"/>
                    <a:pt x="25615" y="573285"/>
                  </a:cubicBezTo>
                  <a:cubicBezTo>
                    <a:pt x="25615" y="590973"/>
                    <a:pt x="25615" y="609181"/>
                    <a:pt x="26885" y="626869"/>
                  </a:cubicBezTo>
                  <a:cubicBezTo>
                    <a:pt x="26885" y="639875"/>
                    <a:pt x="29425" y="652881"/>
                    <a:pt x="29425" y="665887"/>
                  </a:cubicBezTo>
                  <a:cubicBezTo>
                    <a:pt x="29425" y="679934"/>
                    <a:pt x="29425" y="693980"/>
                    <a:pt x="28155" y="709119"/>
                  </a:cubicBezTo>
                  <a:lnTo>
                    <a:pt x="28155" y="719279"/>
                  </a:lnTo>
                  <a:cubicBezTo>
                    <a:pt x="28155" y="729439"/>
                    <a:pt x="31965" y="733249"/>
                    <a:pt x="40855" y="733249"/>
                  </a:cubicBezTo>
                  <a:cubicBezTo>
                    <a:pt x="69666" y="733249"/>
                    <a:pt x="103303" y="734519"/>
                    <a:pt x="134537" y="734519"/>
                  </a:cubicBezTo>
                  <a:cubicBezTo>
                    <a:pt x="180187" y="734519"/>
                    <a:pt x="228239" y="731979"/>
                    <a:pt x="273889" y="734519"/>
                  </a:cubicBezTo>
                  <a:cubicBezTo>
                    <a:pt x="348370" y="738329"/>
                    <a:pt x="422852" y="740869"/>
                    <a:pt x="497333" y="739599"/>
                  </a:cubicBezTo>
                  <a:cubicBezTo>
                    <a:pt x="545386" y="738329"/>
                    <a:pt x="591035" y="740869"/>
                    <a:pt x="639088" y="740869"/>
                  </a:cubicBezTo>
                  <a:cubicBezTo>
                    <a:pt x="708764" y="740869"/>
                    <a:pt x="778440" y="739599"/>
                    <a:pt x="848116" y="740869"/>
                  </a:cubicBezTo>
                  <a:cubicBezTo>
                    <a:pt x="951429" y="742139"/>
                    <a:pt x="2085468" y="731979"/>
                    <a:pt x="2191184" y="734519"/>
                  </a:cubicBezTo>
                  <a:cubicBezTo>
                    <a:pt x="2236834" y="735789"/>
                    <a:pt x="2282483" y="737059"/>
                    <a:pt x="2325731" y="737059"/>
                  </a:cubicBezTo>
                  <a:cubicBezTo>
                    <a:pt x="2405017" y="739599"/>
                    <a:pt x="2481901" y="735789"/>
                    <a:pt x="2561188" y="739599"/>
                  </a:cubicBezTo>
                  <a:cubicBezTo>
                    <a:pt x="2626059" y="742139"/>
                    <a:pt x="2690929" y="742139"/>
                    <a:pt x="2755800" y="744679"/>
                  </a:cubicBezTo>
                  <a:cubicBezTo>
                    <a:pt x="2851905" y="748489"/>
                    <a:pt x="2948010" y="751029"/>
                    <a:pt x="3044115" y="752299"/>
                  </a:cubicBezTo>
                  <a:cubicBezTo>
                    <a:pt x="3075365" y="752299"/>
                    <a:pt x="3093145" y="751029"/>
                    <a:pt x="3113465" y="75102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4"/>
          <p:cNvSpPr txBox="1"/>
          <p:nvPr/>
        </p:nvSpPr>
        <p:spPr>
          <a:xfrm>
            <a:off x="2332400" y="3705937"/>
            <a:ext cx="3677887" cy="525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30" u="none" cap="none" strike="noStrike">
                <a:solidFill>
                  <a:srgbClr val="00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3 CORE MODULE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136" name="Google Shape;136;p5"/>
          <p:cNvSpPr txBox="1"/>
          <p:nvPr/>
        </p:nvSpPr>
        <p:spPr>
          <a:xfrm>
            <a:off x="402647" y="1191841"/>
            <a:ext cx="11228195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AutoRestTest Approach 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2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5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/>
          <p:nvPr/>
        </p:nvSpPr>
        <p:spPr>
          <a:xfrm>
            <a:off x="6418472" y="2707881"/>
            <a:ext cx="9860783" cy="2194024"/>
          </a:xfrm>
          <a:custGeom>
            <a:rect b="b" l="l" r="r" t="t"/>
            <a:pathLst>
              <a:path extrusionOk="0" h="2194024" w="9860783">
                <a:moveTo>
                  <a:pt x="0" y="0"/>
                </a:moveTo>
                <a:lnTo>
                  <a:pt x="9860783" y="0"/>
                </a:lnTo>
                <a:lnTo>
                  <a:pt x="9860783" y="2194025"/>
                </a:lnTo>
                <a:lnTo>
                  <a:pt x="0" y="2194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 txBox="1"/>
          <p:nvPr/>
        </p:nvSpPr>
        <p:spPr>
          <a:xfrm>
            <a:off x="9139238" y="4236136"/>
            <a:ext cx="9525" cy="163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17109207" y="9624836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-2861397" y="2421058"/>
            <a:ext cx="11228195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SPDG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1437752" y="5388611"/>
            <a:ext cx="16850248" cy="3869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4984" lvl="1" marL="94996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Parse OAS &amp; assign each API operation as a node</a:t>
            </a:r>
            <a:endParaRPr/>
          </a:p>
          <a:p>
            <a:pPr indent="-474984" lvl="1" marL="94996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Target: parameters, request body, response schema</a:t>
            </a:r>
            <a:endParaRPr/>
          </a:p>
          <a:p>
            <a:pPr indent="-474984" lvl="1" marL="94996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GloVe word-embedding model to compute semantic similarities</a:t>
            </a:r>
            <a:endParaRPr/>
          </a:p>
          <a:p>
            <a:pPr indent="-474984" lvl="1" marL="94996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semantic similarity score threshold 0.7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149" name="Google Shape;149;p6"/>
          <p:cNvSpPr txBox="1"/>
          <p:nvPr/>
        </p:nvSpPr>
        <p:spPr>
          <a:xfrm>
            <a:off x="402647" y="1480943"/>
            <a:ext cx="11228195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AutoRestTest Approach 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2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6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6"/>
          <p:cNvSpPr txBox="1"/>
          <p:nvPr/>
        </p:nvSpPr>
        <p:spPr>
          <a:xfrm>
            <a:off x="17109207" y="9624836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grpSp>
        <p:nvGrpSpPr>
          <p:cNvPr id="153" name="Google Shape;153;p6"/>
          <p:cNvGrpSpPr/>
          <p:nvPr/>
        </p:nvGrpSpPr>
        <p:grpSpPr>
          <a:xfrm>
            <a:off x="2662145" y="3966123"/>
            <a:ext cx="12428888" cy="1446608"/>
            <a:chOff x="26251" y="0"/>
            <a:chExt cx="16571851" cy="1928810"/>
          </a:xfrm>
        </p:grpSpPr>
        <p:sp>
          <p:nvSpPr>
            <p:cNvPr id="154" name="Google Shape;154;p6"/>
            <p:cNvSpPr/>
            <p:nvPr/>
          </p:nvSpPr>
          <p:spPr>
            <a:xfrm>
              <a:off x="26251" y="1024277"/>
              <a:ext cx="16571851" cy="904533"/>
            </a:xfrm>
            <a:custGeom>
              <a:rect b="b" l="l" r="r" t="t"/>
              <a:pathLst>
                <a:path extrusionOk="0" h="904533" w="16571851">
                  <a:moveTo>
                    <a:pt x="0" y="904532"/>
                  </a:moveTo>
                  <a:lnTo>
                    <a:pt x="0" y="420015"/>
                  </a:lnTo>
                  <a:cubicBezTo>
                    <a:pt x="0" y="308620"/>
                    <a:pt x="44251" y="201788"/>
                    <a:pt x="123019" y="123019"/>
                  </a:cubicBezTo>
                  <a:cubicBezTo>
                    <a:pt x="201788" y="44251"/>
                    <a:pt x="308620" y="0"/>
                    <a:pt x="420015" y="0"/>
                  </a:cubicBezTo>
                  <a:lnTo>
                    <a:pt x="16151836" y="0"/>
                  </a:lnTo>
                  <a:cubicBezTo>
                    <a:pt x="16263231" y="0"/>
                    <a:pt x="16370063" y="44251"/>
                    <a:pt x="16448832" y="123019"/>
                  </a:cubicBezTo>
                  <a:cubicBezTo>
                    <a:pt x="16527599" y="201788"/>
                    <a:pt x="16571851" y="308620"/>
                    <a:pt x="16571851" y="420015"/>
                  </a:cubicBezTo>
                  <a:lnTo>
                    <a:pt x="16571851" y="904532"/>
                  </a:lnTo>
                </a:path>
              </a:pathLst>
            </a:custGeom>
            <a:noFill/>
            <a:ln cap="flat" cmpd="sng" w="525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" name="Google Shape;155;p6"/>
            <p:cNvCxnSpPr/>
            <p:nvPr/>
          </p:nvCxnSpPr>
          <p:spPr>
            <a:xfrm rot="10800000">
              <a:off x="4176252" y="1034805"/>
              <a:ext cx="0" cy="894005"/>
            </a:xfrm>
            <a:prstGeom prst="straightConnector1">
              <a:avLst/>
            </a:prstGeom>
            <a:noFill/>
            <a:ln cap="flat" cmpd="sng" w="52500">
              <a:solidFill>
                <a:srgbClr val="000000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 rot="10800000">
              <a:off x="12292164" y="1034805"/>
              <a:ext cx="0" cy="894005"/>
            </a:xfrm>
            <a:prstGeom prst="straightConnector1">
              <a:avLst/>
            </a:prstGeom>
            <a:noFill/>
            <a:ln cap="flat" cmpd="sng" w="52500">
              <a:solidFill>
                <a:srgbClr val="000000"/>
              </a:solidFill>
              <a:prstDash val="solid"/>
              <a:round/>
              <a:headEnd len="med" w="med" type="stealth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 rot="10800000">
              <a:off x="8312176" y="0"/>
              <a:ext cx="0" cy="1912200"/>
            </a:xfrm>
            <a:prstGeom prst="straightConnector1">
              <a:avLst/>
            </a:prstGeom>
            <a:noFill/>
            <a:ln cap="flat" cmpd="sng" w="52500">
              <a:solidFill>
                <a:srgbClr val="000000"/>
              </a:solidFill>
              <a:prstDash val="solid"/>
              <a:round/>
              <a:headEnd len="med" w="med" type="stealth"/>
              <a:tailEnd len="sm" w="sm" type="none"/>
            </a:ln>
          </p:spPr>
        </p:cxnSp>
      </p:grpSp>
      <p:grpSp>
        <p:nvGrpSpPr>
          <p:cNvPr id="158" name="Google Shape;158;p6"/>
          <p:cNvGrpSpPr/>
          <p:nvPr/>
        </p:nvGrpSpPr>
        <p:grpSpPr>
          <a:xfrm>
            <a:off x="7557233" y="5389911"/>
            <a:ext cx="2638372" cy="747694"/>
            <a:chOff x="-215" y="0"/>
            <a:chExt cx="1657439" cy="469705"/>
          </a:xfrm>
        </p:grpSpPr>
        <p:sp>
          <p:nvSpPr>
            <p:cNvPr id="159" name="Google Shape;159;p6"/>
            <p:cNvSpPr/>
            <p:nvPr/>
          </p:nvSpPr>
          <p:spPr>
            <a:xfrm>
              <a:off x="39984" y="45156"/>
              <a:ext cx="1617240" cy="424549"/>
            </a:xfrm>
            <a:custGeom>
              <a:rect b="b" l="l" r="r" t="t"/>
              <a:pathLst>
                <a:path extrusionOk="0" h="424549" w="1617240">
                  <a:moveTo>
                    <a:pt x="656" y="394774"/>
                  </a:moveTo>
                  <a:cubicBezTo>
                    <a:pt x="-1884" y="403664"/>
                    <a:pt x="3196" y="410014"/>
                    <a:pt x="11601" y="411284"/>
                  </a:cubicBezTo>
                  <a:cubicBezTo>
                    <a:pt x="21196" y="412554"/>
                    <a:pt x="29591" y="412554"/>
                    <a:pt x="39186" y="412554"/>
                  </a:cubicBezTo>
                  <a:cubicBezTo>
                    <a:pt x="77564" y="413824"/>
                    <a:pt x="115942" y="413824"/>
                    <a:pt x="155520" y="415094"/>
                  </a:cubicBezTo>
                  <a:cubicBezTo>
                    <a:pt x="177108" y="416364"/>
                    <a:pt x="198696" y="417634"/>
                    <a:pt x="219084" y="418904"/>
                  </a:cubicBezTo>
                  <a:cubicBezTo>
                    <a:pt x="255064" y="420174"/>
                    <a:pt x="289844" y="420174"/>
                    <a:pt x="325824" y="421444"/>
                  </a:cubicBezTo>
                  <a:cubicBezTo>
                    <a:pt x="340216" y="421444"/>
                    <a:pt x="353408" y="421444"/>
                    <a:pt x="367800" y="420174"/>
                  </a:cubicBezTo>
                  <a:cubicBezTo>
                    <a:pt x="373797" y="420174"/>
                    <a:pt x="380993" y="418904"/>
                    <a:pt x="386989" y="418904"/>
                  </a:cubicBezTo>
                  <a:cubicBezTo>
                    <a:pt x="410976" y="420174"/>
                    <a:pt x="890705" y="411284"/>
                    <a:pt x="914692" y="412554"/>
                  </a:cubicBezTo>
                  <a:cubicBezTo>
                    <a:pt x="948273" y="413824"/>
                    <a:pt x="1040621" y="413824"/>
                    <a:pt x="1074202" y="413824"/>
                  </a:cubicBezTo>
                  <a:cubicBezTo>
                    <a:pt x="1087394" y="413824"/>
                    <a:pt x="1099387" y="412554"/>
                    <a:pt x="1112580" y="412554"/>
                  </a:cubicBezTo>
                  <a:lnTo>
                    <a:pt x="1177343" y="416364"/>
                  </a:lnTo>
                  <a:cubicBezTo>
                    <a:pt x="1224117" y="418904"/>
                    <a:pt x="1269691" y="416364"/>
                    <a:pt x="1316465" y="420174"/>
                  </a:cubicBezTo>
                  <a:cubicBezTo>
                    <a:pt x="1394421" y="425254"/>
                    <a:pt x="1473576" y="418904"/>
                    <a:pt x="1553739" y="423984"/>
                  </a:cubicBezTo>
                  <a:cubicBezTo>
                    <a:pt x="1574060" y="425254"/>
                    <a:pt x="1594379" y="423984"/>
                    <a:pt x="1617239" y="423984"/>
                  </a:cubicBezTo>
                  <a:lnTo>
                    <a:pt x="1617239" y="364294"/>
                  </a:lnTo>
                  <a:cubicBezTo>
                    <a:pt x="1615969" y="328320"/>
                    <a:pt x="1614699" y="315784"/>
                    <a:pt x="1614699" y="302465"/>
                  </a:cubicBezTo>
                  <a:cubicBezTo>
                    <a:pt x="1614699" y="287056"/>
                    <a:pt x="1618510" y="271386"/>
                    <a:pt x="1612160" y="255977"/>
                  </a:cubicBezTo>
                  <a:cubicBezTo>
                    <a:pt x="1604539" y="245792"/>
                    <a:pt x="1593110" y="44955"/>
                    <a:pt x="1593110" y="34770"/>
                  </a:cubicBezTo>
                  <a:cubicBezTo>
                    <a:pt x="1590569" y="27718"/>
                    <a:pt x="1589299" y="20406"/>
                    <a:pt x="1586760" y="13354"/>
                  </a:cubicBezTo>
                  <a:cubicBezTo>
                    <a:pt x="1586760" y="11265"/>
                    <a:pt x="1585489" y="9176"/>
                    <a:pt x="1584219" y="5644"/>
                  </a:cubicBezTo>
                  <a:cubicBezTo>
                    <a:pt x="1574060" y="3104"/>
                    <a:pt x="1565169" y="1834"/>
                    <a:pt x="1555010" y="564"/>
                  </a:cubicBezTo>
                  <a:cubicBezTo>
                    <a:pt x="1547389" y="-706"/>
                    <a:pt x="1539769" y="564"/>
                    <a:pt x="1533419" y="564"/>
                  </a:cubicBezTo>
                  <a:lnTo>
                    <a:pt x="5605" y="5644"/>
                  </a:lnTo>
                  <a:lnTo>
                    <a:pt x="656" y="394774"/>
                  </a:lnTo>
                  <a:close/>
                </a:path>
              </a:pathLst>
            </a:custGeom>
            <a:solidFill>
              <a:srgbClr val="FCF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11430" y="16510"/>
              <a:ext cx="1596264" cy="415800"/>
            </a:xfrm>
            <a:custGeom>
              <a:rect b="b" l="l" r="r" t="t"/>
              <a:pathLst>
                <a:path extrusionOk="0" h="415800" w="1596264">
                  <a:moveTo>
                    <a:pt x="1596264" y="415800"/>
                  </a:moveTo>
                  <a:lnTo>
                    <a:pt x="0" y="408180"/>
                  </a:lnTo>
                  <a:lnTo>
                    <a:pt x="0" y="151167"/>
                  </a:lnTo>
                  <a:lnTo>
                    <a:pt x="7620" y="20320"/>
                  </a:lnTo>
                  <a:lnTo>
                    <a:pt x="793330" y="0"/>
                  </a:lnTo>
                  <a:lnTo>
                    <a:pt x="1574674" y="8890"/>
                  </a:lnTo>
                  <a:close/>
                </a:path>
              </a:pathLst>
            </a:custGeom>
            <a:solidFill>
              <a:srgbClr val="FEFA9C"/>
            </a:solidFill>
            <a:ln>
              <a:noFill/>
            </a:ln>
          </p:spPr>
        </p:sp>
        <p:sp>
          <p:nvSpPr>
            <p:cNvPr id="161" name="Google Shape;161;p6"/>
            <p:cNvSpPr/>
            <p:nvPr/>
          </p:nvSpPr>
          <p:spPr>
            <a:xfrm>
              <a:off x="-215" y="0"/>
              <a:ext cx="1620608" cy="441765"/>
            </a:xfrm>
            <a:custGeom>
              <a:rect b="b" l="l" r="r" t="t"/>
              <a:pathLst>
                <a:path extrusionOk="0" h="441765" w="1620608">
                  <a:moveTo>
                    <a:pt x="1587588" y="21590"/>
                  </a:moveTo>
                  <a:cubicBezTo>
                    <a:pt x="1588859" y="34290"/>
                    <a:pt x="1588859" y="44450"/>
                    <a:pt x="1590128" y="52503"/>
                  </a:cubicBezTo>
                  <a:cubicBezTo>
                    <a:pt x="1592668" y="59555"/>
                    <a:pt x="1593938" y="66867"/>
                    <a:pt x="1596478" y="73919"/>
                  </a:cubicBezTo>
                  <a:cubicBezTo>
                    <a:pt x="1596478" y="84104"/>
                    <a:pt x="1609178" y="284941"/>
                    <a:pt x="1615528" y="295126"/>
                  </a:cubicBezTo>
                  <a:cubicBezTo>
                    <a:pt x="1621878" y="310535"/>
                    <a:pt x="1618068" y="326205"/>
                    <a:pt x="1618068" y="341614"/>
                  </a:cubicBezTo>
                  <a:cubicBezTo>
                    <a:pt x="1618068" y="355194"/>
                    <a:pt x="1619338" y="367730"/>
                    <a:pt x="1620609" y="381510"/>
                  </a:cubicBezTo>
                  <a:lnTo>
                    <a:pt x="1620609" y="441200"/>
                  </a:lnTo>
                  <a:cubicBezTo>
                    <a:pt x="1597748" y="441200"/>
                    <a:pt x="1577428" y="442470"/>
                    <a:pt x="1557109" y="441200"/>
                  </a:cubicBezTo>
                  <a:cubicBezTo>
                    <a:pt x="1478995" y="436120"/>
                    <a:pt x="1399840" y="442470"/>
                    <a:pt x="1321884" y="437390"/>
                  </a:cubicBezTo>
                  <a:cubicBezTo>
                    <a:pt x="1275110" y="433580"/>
                    <a:pt x="1229536" y="436120"/>
                    <a:pt x="1182762" y="433580"/>
                  </a:cubicBezTo>
                  <a:lnTo>
                    <a:pt x="1117999" y="429770"/>
                  </a:lnTo>
                  <a:cubicBezTo>
                    <a:pt x="1104806" y="429770"/>
                    <a:pt x="1092813" y="431040"/>
                    <a:pt x="1079620" y="431040"/>
                  </a:cubicBezTo>
                  <a:cubicBezTo>
                    <a:pt x="1046039" y="429770"/>
                    <a:pt x="953691" y="431040"/>
                    <a:pt x="920110" y="429770"/>
                  </a:cubicBezTo>
                  <a:cubicBezTo>
                    <a:pt x="896124" y="428500"/>
                    <a:pt x="416394" y="437390"/>
                    <a:pt x="392408" y="436120"/>
                  </a:cubicBezTo>
                  <a:cubicBezTo>
                    <a:pt x="386411" y="436120"/>
                    <a:pt x="379215" y="437390"/>
                    <a:pt x="373219" y="437390"/>
                  </a:cubicBezTo>
                  <a:cubicBezTo>
                    <a:pt x="358827" y="437390"/>
                    <a:pt x="345634" y="438660"/>
                    <a:pt x="331242" y="438660"/>
                  </a:cubicBezTo>
                  <a:cubicBezTo>
                    <a:pt x="295263" y="438660"/>
                    <a:pt x="260482" y="437390"/>
                    <a:pt x="224503" y="436120"/>
                  </a:cubicBezTo>
                  <a:cubicBezTo>
                    <a:pt x="202915" y="434850"/>
                    <a:pt x="181327" y="433580"/>
                    <a:pt x="160939" y="432310"/>
                  </a:cubicBezTo>
                  <a:cubicBezTo>
                    <a:pt x="122560" y="431040"/>
                    <a:pt x="84182" y="429770"/>
                    <a:pt x="44604" y="429770"/>
                  </a:cubicBezTo>
                  <a:cubicBezTo>
                    <a:pt x="34505" y="429770"/>
                    <a:pt x="25615" y="429770"/>
                    <a:pt x="15455" y="428500"/>
                  </a:cubicBezTo>
                  <a:cubicBezTo>
                    <a:pt x="6565" y="427230"/>
                    <a:pt x="1485" y="420880"/>
                    <a:pt x="4025" y="411990"/>
                  </a:cubicBezTo>
                  <a:cubicBezTo>
                    <a:pt x="12915" y="380789"/>
                    <a:pt x="9105" y="374259"/>
                    <a:pt x="7835" y="367469"/>
                  </a:cubicBezTo>
                  <a:cubicBezTo>
                    <a:pt x="6565" y="353627"/>
                    <a:pt x="2755" y="340047"/>
                    <a:pt x="4025" y="326205"/>
                  </a:cubicBezTo>
                  <a:cubicBezTo>
                    <a:pt x="1485" y="308968"/>
                    <a:pt x="-3595" y="95596"/>
                    <a:pt x="4025" y="78098"/>
                  </a:cubicBezTo>
                  <a:cubicBezTo>
                    <a:pt x="5295" y="74702"/>
                    <a:pt x="4025" y="71046"/>
                    <a:pt x="5295" y="67651"/>
                  </a:cubicBezTo>
                  <a:cubicBezTo>
                    <a:pt x="6565" y="62166"/>
                    <a:pt x="9105" y="5616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199" y="30480"/>
                    <a:pt x="73388" y="29210"/>
                  </a:cubicBezTo>
                  <a:cubicBezTo>
                    <a:pt x="105770" y="25400"/>
                    <a:pt x="138151" y="22860"/>
                    <a:pt x="171732" y="20320"/>
                  </a:cubicBezTo>
                  <a:cubicBezTo>
                    <a:pt x="194520" y="17780"/>
                    <a:pt x="217307" y="16510"/>
                    <a:pt x="238895" y="13970"/>
                  </a:cubicBezTo>
                  <a:cubicBezTo>
                    <a:pt x="260482" y="11430"/>
                    <a:pt x="283270" y="8890"/>
                    <a:pt x="304857" y="8890"/>
                  </a:cubicBezTo>
                  <a:cubicBezTo>
                    <a:pt x="328844" y="7620"/>
                    <a:pt x="352830" y="10160"/>
                    <a:pt x="376817" y="8890"/>
                  </a:cubicBezTo>
                  <a:cubicBezTo>
                    <a:pt x="406800" y="8890"/>
                    <a:pt x="950093" y="6350"/>
                    <a:pt x="980076" y="5080"/>
                  </a:cubicBezTo>
                  <a:cubicBezTo>
                    <a:pt x="1008860" y="3810"/>
                    <a:pt x="1037644" y="2540"/>
                    <a:pt x="1067627" y="2540"/>
                  </a:cubicBezTo>
                  <a:cubicBezTo>
                    <a:pt x="1116799" y="1270"/>
                    <a:pt x="1164772" y="0"/>
                    <a:pt x="1213945" y="0"/>
                  </a:cubicBezTo>
                  <a:cubicBezTo>
                    <a:pt x="1234333" y="0"/>
                    <a:pt x="1255921" y="2540"/>
                    <a:pt x="1276309" y="2540"/>
                  </a:cubicBezTo>
                  <a:cubicBezTo>
                    <a:pt x="1332677" y="3810"/>
                    <a:pt x="1390245" y="5080"/>
                    <a:pt x="1446613" y="7620"/>
                  </a:cubicBezTo>
                  <a:cubicBezTo>
                    <a:pt x="1476596" y="8890"/>
                    <a:pt x="1506579" y="12700"/>
                    <a:pt x="1536563" y="16510"/>
                  </a:cubicBezTo>
                  <a:lnTo>
                    <a:pt x="1557109" y="16510"/>
                  </a:lnTo>
                  <a:cubicBezTo>
                    <a:pt x="1568538" y="17780"/>
                    <a:pt x="1577428" y="20320"/>
                    <a:pt x="1587588" y="21590"/>
                  </a:cubicBezTo>
                  <a:close/>
                  <a:moveTo>
                    <a:pt x="1597748" y="424690"/>
                  </a:moveTo>
                  <a:cubicBezTo>
                    <a:pt x="1599018" y="408180"/>
                    <a:pt x="1600288" y="395480"/>
                    <a:pt x="1600288" y="382780"/>
                  </a:cubicBezTo>
                  <a:cubicBezTo>
                    <a:pt x="1599018" y="366424"/>
                    <a:pt x="1597748" y="352583"/>
                    <a:pt x="1597748" y="337696"/>
                  </a:cubicBezTo>
                  <a:cubicBezTo>
                    <a:pt x="1597748" y="330906"/>
                    <a:pt x="1600288" y="324116"/>
                    <a:pt x="1599018" y="317325"/>
                  </a:cubicBezTo>
                  <a:cubicBezTo>
                    <a:pt x="1599018" y="311057"/>
                    <a:pt x="1597748" y="304528"/>
                    <a:pt x="1596478" y="298260"/>
                  </a:cubicBezTo>
                  <a:cubicBezTo>
                    <a:pt x="1591398" y="288597"/>
                    <a:pt x="1579968" y="88544"/>
                    <a:pt x="1579968" y="78881"/>
                  </a:cubicBezTo>
                  <a:cubicBezTo>
                    <a:pt x="1577428" y="70785"/>
                    <a:pt x="1574888" y="62428"/>
                    <a:pt x="1572348" y="54332"/>
                  </a:cubicBezTo>
                  <a:cubicBezTo>
                    <a:pt x="1571078" y="44450"/>
                    <a:pt x="1569809" y="43180"/>
                    <a:pt x="1553353" y="41910"/>
                  </a:cubicBezTo>
                  <a:cubicBezTo>
                    <a:pt x="1549755" y="41910"/>
                    <a:pt x="1547356" y="41910"/>
                    <a:pt x="1543758" y="40640"/>
                  </a:cubicBezTo>
                  <a:cubicBezTo>
                    <a:pt x="1513775" y="36830"/>
                    <a:pt x="1482593" y="31750"/>
                    <a:pt x="1452610" y="30480"/>
                  </a:cubicBezTo>
                  <a:cubicBezTo>
                    <a:pt x="1379451" y="26670"/>
                    <a:pt x="1305093" y="25400"/>
                    <a:pt x="1231934" y="22860"/>
                  </a:cubicBezTo>
                  <a:lnTo>
                    <a:pt x="1145583" y="22860"/>
                  </a:lnTo>
                  <a:cubicBezTo>
                    <a:pt x="1107205" y="22860"/>
                    <a:pt x="1068826" y="22860"/>
                    <a:pt x="1031647" y="24130"/>
                  </a:cubicBezTo>
                  <a:cubicBezTo>
                    <a:pt x="999266" y="25400"/>
                    <a:pt x="453573" y="29210"/>
                    <a:pt x="421192" y="29210"/>
                  </a:cubicBezTo>
                  <a:cubicBezTo>
                    <a:pt x="368421" y="29210"/>
                    <a:pt x="315651" y="26670"/>
                    <a:pt x="262881" y="33020"/>
                  </a:cubicBezTo>
                  <a:cubicBezTo>
                    <a:pt x="235297" y="36830"/>
                    <a:pt x="208911" y="36830"/>
                    <a:pt x="182526" y="38100"/>
                  </a:cubicBezTo>
                  <a:cubicBezTo>
                    <a:pt x="136952" y="41910"/>
                    <a:pt x="91378" y="45720"/>
                    <a:pt x="45804" y="50800"/>
                  </a:cubicBezTo>
                  <a:cubicBezTo>
                    <a:pt x="33235" y="50800"/>
                    <a:pt x="30695" y="52242"/>
                    <a:pt x="29425" y="55376"/>
                  </a:cubicBezTo>
                  <a:cubicBezTo>
                    <a:pt x="28155" y="60077"/>
                    <a:pt x="28155" y="64778"/>
                    <a:pt x="26885" y="69479"/>
                  </a:cubicBezTo>
                  <a:cubicBezTo>
                    <a:pt x="25615" y="77314"/>
                    <a:pt x="23075" y="84888"/>
                    <a:pt x="21805" y="92723"/>
                  </a:cubicBezTo>
                  <a:cubicBezTo>
                    <a:pt x="16725" y="101080"/>
                    <a:pt x="23075" y="305312"/>
                    <a:pt x="25615" y="313669"/>
                  </a:cubicBezTo>
                  <a:cubicBezTo>
                    <a:pt x="25615" y="322549"/>
                    <a:pt x="25615" y="331689"/>
                    <a:pt x="26885" y="340569"/>
                  </a:cubicBezTo>
                  <a:cubicBezTo>
                    <a:pt x="26885" y="347098"/>
                    <a:pt x="29425" y="353627"/>
                    <a:pt x="29425" y="360156"/>
                  </a:cubicBezTo>
                  <a:cubicBezTo>
                    <a:pt x="29425" y="367208"/>
                    <a:pt x="29425" y="374259"/>
                    <a:pt x="28155" y="382780"/>
                  </a:cubicBezTo>
                  <a:lnTo>
                    <a:pt x="28155" y="392940"/>
                  </a:lnTo>
                  <a:cubicBezTo>
                    <a:pt x="28155" y="403100"/>
                    <a:pt x="31965" y="406910"/>
                    <a:pt x="40855" y="406910"/>
                  </a:cubicBezTo>
                  <a:cubicBezTo>
                    <a:pt x="56597" y="406910"/>
                    <a:pt x="73388" y="408180"/>
                    <a:pt x="88979" y="408180"/>
                  </a:cubicBezTo>
                  <a:cubicBezTo>
                    <a:pt x="111766" y="408180"/>
                    <a:pt x="135753" y="405640"/>
                    <a:pt x="158540" y="408180"/>
                  </a:cubicBezTo>
                  <a:cubicBezTo>
                    <a:pt x="195719" y="411990"/>
                    <a:pt x="232898" y="414530"/>
                    <a:pt x="270077" y="413260"/>
                  </a:cubicBezTo>
                  <a:cubicBezTo>
                    <a:pt x="294063" y="411990"/>
                    <a:pt x="316851" y="414530"/>
                    <a:pt x="340837" y="414530"/>
                  </a:cubicBezTo>
                  <a:cubicBezTo>
                    <a:pt x="375617" y="414530"/>
                    <a:pt x="410398" y="413260"/>
                    <a:pt x="445178" y="414530"/>
                  </a:cubicBezTo>
                  <a:cubicBezTo>
                    <a:pt x="496749" y="415800"/>
                    <a:pt x="1062830" y="405640"/>
                    <a:pt x="1115600" y="408180"/>
                  </a:cubicBezTo>
                  <a:cubicBezTo>
                    <a:pt x="1138387" y="409450"/>
                    <a:pt x="1161174" y="410720"/>
                    <a:pt x="1182762" y="410720"/>
                  </a:cubicBezTo>
                  <a:cubicBezTo>
                    <a:pt x="1222340" y="413260"/>
                    <a:pt x="1260718" y="409450"/>
                    <a:pt x="1300296" y="413260"/>
                  </a:cubicBezTo>
                  <a:cubicBezTo>
                    <a:pt x="1332677" y="415800"/>
                    <a:pt x="1365059" y="415800"/>
                    <a:pt x="1397441" y="418340"/>
                  </a:cubicBezTo>
                  <a:cubicBezTo>
                    <a:pt x="1445414" y="422150"/>
                    <a:pt x="1493387" y="424690"/>
                    <a:pt x="1541360" y="425960"/>
                  </a:cubicBezTo>
                  <a:cubicBezTo>
                    <a:pt x="1559648" y="425960"/>
                    <a:pt x="1577428" y="424690"/>
                    <a:pt x="1597748" y="4246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6"/>
          <p:cNvSpPr txBox="1"/>
          <p:nvPr/>
        </p:nvSpPr>
        <p:spPr>
          <a:xfrm>
            <a:off x="7785777" y="5617448"/>
            <a:ext cx="2181623" cy="70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2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9" u="none" cap="none" strike="noStrike">
                <a:solidFill>
                  <a:srgbClr val="00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Parameter</a:t>
            </a:r>
            <a:endParaRPr/>
          </a:p>
          <a:p>
            <a:pPr indent="0" lvl="0" marL="0" marR="0" rtl="0" algn="ctr">
              <a:lnSpc>
                <a:spcPct val="82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29" u="none" cap="none" strike="noStrike">
              <a:solidFill>
                <a:srgbClr val="00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grpSp>
        <p:nvGrpSpPr>
          <p:cNvPr id="163" name="Google Shape;163;p6"/>
          <p:cNvGrpSpPr/>
          <p:nvPr/>
        </p:nvGrpSpPr>
        <p:grpSpPr>
          <a:xfrm>
            <a:off x="4394941" y="5389911"/>
            <a:ext cx="2638372" cy="747694"/>
            <a:chOff x="-215" y="0"/>
            <a:chExt cx="1657439" cy="469705"/>
          </a:xfrm>
        </p:grpSpPr>
        <p:sp>
          <p:nvSpPr>
            <p:cNvPr id="164" name="Google Shape;164;p6"/>
            <p:cNvSpPr/>
            <p:nvPr/>
          </p:nvSpPr>
          <p:spPr>
            <a:xfrm>
              <a:off x="39984" y="45156"/>
              <a:ext cx="1617240" cy="424549"/>
            </a:xfrm>
            <a:custGeom>
              <a:rect b="b" l="l" r="r" t="t"/>
              <a:pathLst>
                <a:path extrusionOk="0" h="424549" w="1617240">
                  <a:moveTo>
                    <a:pt x="656" y="394774"/>
                  </a:moveTo>
                  <a:cubicBezTo>
                    <a:pt x="-1884" y="403664"/>
                    <a:pt x="3196" y="410014"/>
                    <a:pt x="11601" y="411284"/>
                  </a:cubicBezTo>
                  <a:cubicBezTo>
                    <a:pt x="21196" y="412554"/>
                    <a:pt x="29591" y="412554"/>
                    <a:pt x="39186" y="412554"/>
                  </a:cubicBezTo>
                  <a:cubicBezTo>
                    <a:pt x="77564" y="413824"/>
                    <a:pt x="115942" y="413824"/>
                    <a:pt x="155520" y="415094"/>
                  </a:cubicBezTo>
                  <a:cubicBezTo>
                    <a:pt x="177108" y="416364"/>
                    <a:pt x="198696" y="417634"/>
                    <a:pt x="219084" y="418904"/>
                  </a:cubicBezTo>
                  <a:cubicBezTo>
                    <a:pt x="255064" y="420174"/>
                    <a:pt x="289844" y="420174"/>
                    <a:pt x="325824" y="421444"/>
                  </a:cubicBezTo>
                  <a:cubicBezTo>
                    <a:pt x="340216" y="421444"/>
                    <a:pt x="353408" y="421444"/>
                    <a:pt x="367800" y="420174"/>
                  </a:cubicBezTo>
                  <a:cubicBezTo>
                    <a:pt x="373797" y="420174"/>
                    <a:pt x="380993" y="418904"/>
                    <a:pt x="386989" y="418904"/>
                  </a:cubicBezTo>
                  <a:cubicBezTo>
                    <a:pt x="410976" y="420174"/>
                    <a:pt x="890705" y="411284"/>
                    <a:pt x="914692" y="412554"/>
                  </a:cubicBezTo>
                  <a:cubicBezTo>
                    <a:pt x="948273" y="413824"/>
                    <a:pt x="1040621" y="413824"/>
                    <a:pt x="1074202" y="413824"/>
                  </a:cubicBezTo>
                  <a:cubicBezTo>
                    <a:pt x="1087394" y="413824"/>
                    <a:pt x="1099387" y="412554"/>
                    <a:pt x="1112580" y="412554"/>
                  </a:cubicBezTo>
                  <a:lnTo>
                    <a:pt x="1177343" y="416364"/>
                  </a:lnTo>
                  <a:cubicBezTo>
                    <a:pt x="1224117" y="418904"/>
                    <a:pt x="1269691" y="416364"/>
                    <a:pt x="1316465" y="420174"/>
                  </a:cubicBezTo>
                  <a:cubicBezTo>
                    <a:pt x="1394421" y="425254"/>
                    <a:pt x="1473576" y="418904"/>
                    <a:pt x="1553739" y="423984"/>
                  </a:cubicBezTo>
                  <a:cubicBezTo>
                    <a:pt x="1574060" y="425254"/>
                    <a:pt x="1594379" y="423984"/>
                    <a:pt x="1617239" y="423984"/>
                  </a:cubicBezTo>
                  <a:lnTo>
                    <a:pt x="1617239" y="364294"/>
                  </a:lnTo>
                  <a:cubicBezTo>
                    <a:pt x="1615969" y="328320"/>
                    <a:pt x="1614699" y="315784"/>
                    <a:pt x="1614699" y="302465"/>
                  </a:cubicBezTo>
                  <a:cubicBezTo>
                    <a:pt x="1614699" y="287056"/>
                    <a:pt x="1618510" y="271386"/>
                    <a:pt x="1612160" y="255977"/>
                  </a:cubicBezTo>
                  <a:cubicBezTo>
                    <a:pt x="1604539" y="245792"/>
                    <a:pt x="1593110" y="44955"/>
                    <a:pt x="1593110" y="34770"/>
                  </a:cubicBezTo>
                  <a:cubicBezTo>
                    <a:pt x="1590569" y="27718"/>
                    <a:pt x="1589299" y="20406"/>
                    <a:pt x="1586760" y="13354"/>
                  </a:cubicBezTo>
                  <a:cubicBezTo>
                    <a:pt x="1586760" y="11265"/>
                    <a:pt x="1585489" y="9176"/>
                    <a:pt x="1584219" y="5644"/>
                  </a:cubicBezTo>
                  <a:cubicBezTo>
                    <a:pt x="1574060" y="3104"/>
                    <a:pt x="1565169" y="1834"/>
                    <a:pt x="1555010" y="564"/>
                  </a:cubicBezTo>
                  <a:cubicBezTo>
                    <a:pt x="1547389" y="-706"/>
                    <a:pt x="1539769" y="564"/>
                    <a:pt x="1533419" y="564"/>
                  </a:cubicBezTo>
                  <a:lnTo>
                    <a:pt x="5605" y="5644"/>
                  </a:lnTo>
                  <a:lnTo>
                    <a:pt x="656" y="394774"/>
                  </a:lnTo>
                  <a:close/>
                </a:path>
              </a:pathLst>
            </a:custGeom>
            <a:solidFill>
              <a:srgbClr val="FCF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11430" y="16510"/>
              <a:ext cx="1596264" cy="415800"/>
            </a:xfrm>
            <a:custGeom>
              <a:rect b="b" l="l" r="r" t="t"/>
              <a:pathLst>
                <a:path extrusionOk="0" h="415800" w="1596264">
                  <a:moveTo>
                    <a:pt x="1596264" y="415800"/>
                  </a:moveTo>
                  <a:lnTo>
                    <a:pt x="0" y="408180"/>
                  </a:lnTo>
                  <a:lnTo>
                    <a:pt x="0" y="151167"/>
                  </a:lnTo>
                  <a:lnTo>
                    <a:pt x="7620" y="20320"/>
                  </a:lnTo>
                  <a:lnTo>
                    <a:pt x="793330" y="0"/>
                  </a:lnTo>
                  <a:lnTo>
                    <a:pt x="1574674" y="8890"/>
                  </a:lnTo>
                  <a:close/>
                </a:path>
              </a:pathLst>
            </a:custGeom>
            <a:solidFill>
              <a:srgbClr val="B0ECB1"/>
            </a:solidFill>
            <a:ln>
              <a:noFill/>
            </a:ln>
          </p:spPr>
        </p:sp>
        <p:sp>
          <p:nvSpPr>
            <p:cNvPr id="166" name="Google Shape;166;p6"/>
            <p:cNvSpPr/>
            <p:nvPr/>
          </p:nvSpPr>
          <p:spPr>
            <a:xfrm>
              <a:off x="-215" y="0"/>
              <a:ext cx="1620608" cy="441765"/>
            </a:xfrm>
            <a:custGeom>
              <a:rect b="b" l="l" r="r" t="t"/>
              <a:pathLst>
                <a:path extrusionOk="0" h="441765" w="1620608">
                  <a:moveTo>
                    <a:pt x="1587588" y="21590"/>
                  </a:moveTo>
                  <a:cubicBezTo>
                    <a:pt x="1588859" y="34290"/>
                    <a:pt x="1588859" y="44450"/>
                    <a:pt x="1590128" y="52503"/>
                  </a:cubicBezTo>
                  <a:cubicBezTo>
                    <a:pt x="1592668" y="59555"/>
                    <a:pt x="1593938" y="66867"/>
                    <a:pt x="1596478" y="73919"/>
                  </a:cubicBezTo>
                  <a:cubicBezTo>
                    <a:pt x="1596478" y="84104"/>
                    <a:pt x="1609178" y="284941"/>
                    <a:pt x="1615528" y="295126"/>
                  </a:cubicBezTo>
                  <a:cubicBezTo>
                    <a:pt x="1621878" y="310535"/>
                    <a:pt x="1618068" y="326205"/>
                    <a:pt x="1618068" y="341614"/>
                  </a:cubicBezTo>
                  <a:cubicBezTo>
                    <a:pt x="1618068" y="355194"/>
                    <a:pt x="1619338" y="367730"/>
                    <a:pt x="1620609" y="381510"/>
                  </a:cubicBezTo>
                  <a:lnTo>
                    <a:pt x="1620609" y="441200"/>
                  </a:lnTo>
                  <a:cubicBezTo>
                    <a:pt x="1597748" y="441200"/>
                    <a:pt x="1577428" y="442470"/>
                    <a:pt x="1557109" y="441200"/>
                  </a:cubicBezTo>
                  <a:cubicBezTo>
                    <a:pt x="1478995" y="436120"/>
                    <a:pt x="1399840" y="442470"/>
                    <a:pt x="1321884" y="437390"/>
                  </a:cubicBezTo>
                  <a:cubicBezTo>
                    <a:pt x="1275110" y="433580"/>
                    <a:pt x="1229536" y="436120"/>
                    <a:pt x="1182762" y="433580"/>
                  </a:cubicBezTo>
                  <a:lnTo>
                    <a:pt x="1117999" y="429770"/>
                  </a:lnTo>
                  <a:cubicBezTo>
                    <a:pt x="1104806" y="429770"/>
                    <a:pt x="1092813" y="431040"/>
                    <a:pt x="1079620" y="431040"/>
                  </a:cubicBezTo>
                  <a:cubicBezTo>
                    <a:pt x="1046039" y="429770"/>
                    <a:pt x="953691" y="431040"/>
                    <a:pt x="920110" y="429770"/>
                  </a:cubicBezTo>
                  <a:cubicBezTo>
                    <a:pt x="896124" y="428500"/>
                    <a:pt x="416394" y="437390"/>
                    <a:pt x="392408" y="436120"/>
                  </a:cubicBezTo>
                  <a:cubicBezTo>
                    <a:pt x="386411" y="436120"/>
                    <a:pt x="379215" y="437390"/>
                    <a:pt x="373219" y="437390"/>
                  </a:cubicBezTo>
                  <a:cubicBezTo>
                    <a:pt x="358827" y="437390"/>
                    <a:pt x="345634" y="438660"/>
                    <a:pt x="331242" y="438660"/>
                  </a:cubicBezTo>
                  <a:cubicBezTo>
                    <a:pt x="295263" y="438660"/>
                    <a:pt x="260482" y="437390"/>
                    <a:pt x="224503" y="436120"/>
                  </a:cubicBezTo>
                  <a:cubicBezTo>
                    <a:pt x="202915" y="434850"/>
                    <a:pt x="181327" y="433580"/>
                    <a:pt x="160939" y="432310"/>
                  </a:cubicBezTo>
                  <a:cubicBezTo>
                    <a:pt x="122560" y="431040"/>
                    <a:pt x="84182" y="429770"/>
                    <a:pt x="44604" y="429770"/>
                  </a:cubicBezTo>
                  <a:cubicBezTo>
                    <a:pt x="34505" y="429770"/>
                    <a:pt x="25615" y="429770"/>
                    <a:pt x="15455" y="428500"/>
                  </a:cubicBezTo>
                  <a:cubicBezTo>
                    <a:pt x="6565" y="427230"/>
                    <a:pt x="1485" y="420880"/>
                    <a:pt x="4025" y="411990"/>
                  </a:cubicBezTo>
                  <a:cubicBezTo>
                    <a:pt x="12915" y="380789"/>
                    <a:pt x="9105" y="374259"/>
                    <a:pt x="7835" y="367469"/>
                  </a:cubicBezTo>
                  <a:cubicBezTo>
                    <a:pt x="6565" y="353627"/>
                    <a:pt x="2755" y="340047"/>
                    <a:pt x="4025" y="326205"/>
                  </a:cubicBezTo>
                  <a:cubicBezTo>
                    <a:pt x="1485" y="308968"/>
                    <a:pt x="-3595" y="95596"/>
                    <a:pt x="4025" y="78098"/>
                  </a:cubicBezTo>
                  <a:cubicBezTo>
                    <a:pt x="5295" y="74702"/>
                    <a:pt x="4025" y="71046"/>
                    <a:pt x="5295" y="67651"/>
                  </a:cubicBezTo>
                  <a:cubicBezTo>
                    <a:pt x="6565" y="62166"/>
                    <a:pt x="9105" y="5616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199" y="30480"/>
                    <a:pt x="73388" y="29210"/>
                  </a:cubicBezTo>
                  <a:cubicBezTo>
                    <a:pt x="105770" y="25400"/>
                    <a:pt x="138151" y="22860"/>
                    <a:pt x="171732" y="20320"/>
                  </a:cubicBezTo>
                  <a:cubicBezTo>
                    <a:pt x="194520" y="17780"/>
                    <a:pt x="217307" y="16510"/>
                    <a:pt x="238895" y="13970"/>
                  </a:cubicBezTo>
                  <a:cubicBezTo>
                    <a:pt x="260482" y="11430"/>
                    <a:pt x="283270" y="8890"/>
                    <a:pt x="304857" y="8890"/>
                  </a:cubicBezTo>
                  <a:cubicBezTo>
                    <a:pt x="328844" y="7620"/>
                    <a:pt x="352830" y="10160"/>
                    <a:pt x="376817" y="8890"/>
                  </a:cubicBezTo>
                  <a:cubicBezTo>
                    <a:pt x="406800" y="8890"/>
                    <a:pt x="950093" y="6350"/>
                    <a:pt x="980076" y="5080"/>
                  </a:cubicBezTo>
                  <a:cubicBezTo>
                    <a:pt x="1008860" y="3810"/>
                    <a:pt x="1037644" y="2540"/>
                    <a:pt x="1067627" y="2540"/>
                  </a:cubicBezTo>
                  <a:cubicBezTo>
                    <a:pt x="1116799" y="1270"/>
                    <a:pt x="1164772" y="0"/>
                    <a:pt x="1213945" y="0"/>
                  </a:cubicBezTo>
                  <a:cubicBezTo>
                    <a:pt x="1234333" y="0"/>
                    <a:pt x="1255921" y="2540"/>
                    <a:pt x="1276309" y="2540"/>
                  </a:cubicBezTo>
                  <a:cubicBezTo>
                    <a:pt x="1332677" y="3810"/>
                    <a:pt x="1390245" y="5080"/>
                    <a:pt x="1446613" y="7620"/>
                  </a:cubicBezTo>
                  <a:cubicBezTo>
                    <a:pt x="1476596" y="8890"/>
                    <a:pt x="1506579" y="12700"/>
                    <a:pt x="1536563" y="16510"/>
                  </a:cubicBezTo>
                  <a:lnTo>
                    <a:pt x="1557109" y="16510"/>
                  </a:lnTo>
                  <a:cubicBezTo>
                    <a:pt x="1568538" y="17780"/>
                    <a:pt x="1577428" y="20320"/>
                    <a:pt x="1587588" y="21590"/>
                  </a:cubicBezTo>
                  <a:close/>
                  <a:moveTo>
                    <a:pt x="1597748" y="424690"/>
                  </a:moveTo>
                  <a:cubicBezTo>
                    <a:pt x="1599018" y="408180"/>
                    <a:pt x="1600288" y="395480"/>
                    <a:pt x="1600288" y="382780"/>
                  </a:cubicBezTo>
                  <a:cubicBezTo>
                    <a:pt x="1599018" y="366424"/>
                    <a:pt x="1597748" y="352583"/>
                    <a:pt x="1597748" y="337696"/>
                  </a:cubicBezTo>
                  <a:cubicBezTo>
                    <a:pt x="1597748" y="330906"/>
                    <a:pt x="1600288" y="324116"/>
                    <a:pt x="1599018" y="317325"/>
                  </a:cubicBezTo>
                  <a:cubicBezTo>
                    <a:pt x="1599018" y="311057"/>
                    <a:pt x="1597748" y="304528"/>
                    <a:pt x="1596478" y="298260"/>
                  </a:cubicBezTo>
                  <a:cubicBezTo>
                    <a:pt x="1591398" y="288597"/>
                    <a:pt x="1579968" y="88544"/>
                    <a:pt x="1579968" y="78881"/>
                  </a:cubicBezTo>
                  <a:cubicBezTo>
                    <a:pt x="1577428" y="70785"/>
                    <a:pt x="1574888" y="62428"/>
                    <a:pt x="1572348" y="54332"/>
                  </a:cubicBezTo>
                  <a:cubicBezTo>
                    <a:pt x="1571078" y="44450"/>
                    <a:pt x="1569809" y="43180"/>
                    <a:pt x="1553353" y="41910"/>
                  </a:cubicBezTo>
                  <a:cubicBezTo>
                    <a:pt x="1549755" y="41910"/>
                    <a:pt x="1547356" y="41910"/>
                    <a:pt x="1543758" y="40640"/>
                  </a:cubicBezTo>
                  <a:cubicBezTo>
                    <a:pt x="1513775" y="36830"/>
                    <a:pt x="1482593" y="31750"/>
                    <a:pt x="1452610" y="30480"/>
                  </a:cubicBezTo>
                  <a:cubicBezTo>
                    <a:pt x="1379451" y="26670"/>
                    <a:pt x="1305093" y="25400"/>
                    <a:pt x="1231934" y="22860"/>
                  </a:cubicBezTo>
                  <a:lnTo>
                    <a:pt x="1145583" y="22860"/>
                  </a:lnTo>
                  <a:cubicBezTo>
                    <a:pt x="1107205" y="22860"/>
                    <a:pt x="1068826" y="22860"/>
                    <a:pt x="1031647" y="24130"/>
                  </a:cubicBezTo>
                  <a:cubicBezTo>
                    <a:pt x="999266" y="25400"/>
                    <a:pt x="453573" y="29210"/>
                    <a:pt x="421192" y="29210"/>
                  </a:cubicBezTo>
                  <a:cubicBezTo>
                    <a:pt x="368421" y="29210"/>
                    <a:pt x="315651" y="26670"/>
                    <a:pt x="262881" y="33020"/>
                  </a:cubicBezTo>
                  <a:cubicBezTo>
                    <a:pt x="235297" y="36830"/>
                    <a:pt x="208911" y="36830"/>
                    <a:pt x="182526" y="38100"/>
                  </a:cubicBezTo>
                  <a:cubicBezTo>
                    <a:pt x="136952" y="41910"/>
                    <a:pt x="91378" y="45720"/>
                    <a:pt x="45804" y="50800"/>
                  </a:cubicBezTo>
                  <a:cubicBezTo>
                    <a:pt x="33235" y="50800"/>
                    <a:pt x="30695" y="52242"/>
                    <a:pt x="29425" y="55376"/>
                  </a:cubicBezTo>
                  <a:cubicBezTo>
                    <a:pt x="28155" y="60077"/>
                    <a:pt x="28155" y="64778"/>
                    <a:pt x="26885" y="69479"/>
                  </a:cubicBezTo>
                  <a:cubicBezTo>
                    <a:pt x="25615" y="77314"/>
                    <a:pt x="23075" y="84888"/>
                    <a:pt x="21805" y="92723"/>
                  </a:cubicBezTo>
                  <a:cubicBezTo>
                    <a:pt x="16725" y="101080"/>
                    <a:pt x="23075" y="305312"/>
                    <a:pt x="25615" y="313669"/>
                  </a:cubicBezTo>
                  <a:cubicBezTo>
                    <a:pt x="25615" y="322549"/>
                    <a:pt x="25615" y="331689"/>
                    <a:pt x="26885" y="340569"/>
                  </a:cubicBezTo>
                  <a:cubicBezTo>
                    <a:pt x="26885" y="347098"/>
                    <a:pt x="29425" y="353627"/>
                    <a:pt x="29425" y="360156"/>
                  </a:cubicBezTo>
                  <a:cubicBezTo>
                    <a:pt x="29425" y="367208"/>
                    <a:pt x="29425" y="374259"/>
                    <a:pt x="28155" y="382780"/>
                  </a:cubicBezTo>
                  <a:lnTo>
                    <a:pt x="28155" y="392940"/>
                  </a:lnTo>
                  <a:cubicBezTo>
                    <a:pt x="28155" y="403100"/>
                    <a:pt x="31965" y="406910"/>
                    <a:pt x="40855" y="406910"/>
                  </a:cubicBezTo>
                  <a:cubicBezTo>
                    <a:pt x="56597" y="406910"/>
                    <a:pt x="73388" y="408180"/>
                    <a:pt x="88979" y="408180"/>
                  </a:cubicBezTo>
                  <a:cubicBezTo>
                    <a:pt x="111766" y="408180"/>
                    <a:pt x="135753" y="405640"/>
                    <a:pt x="158540" y="408180"/>
                  </a:cubicBezTo>
                  <a:cubicBezTo>
                    <a:pt x="195719" y="411990"/>
                    <a:pt x="232898" y="414530"/>
                    <a:pt x="270077" y="413260"/>
                  </a:cubicBezTo>
                  <a:cubicBezTo>
                    <a:pt x="294063" y="411990"/>
                    <a:pt x="316851" y="414530"/>
                    <a:pt x="340837" y="414530"/>
                  </a:cubicBezTo>
                  <a:cubicBezTo>
                    <a:pt x="375617" y="414530"/>
                    <a:pt x="410398" y="413260"/>
                    <a:pt x="445178" y="414530"/>
                  </a:cubicBezTo>
                  <a:cubicBezTo>
                    <a:pt x="496749" y="415800"/>
                    <a:pt x="1062830" y="405640"/>
                    <a:pt x="1115600" y="408180"/>
                  </a:cubicBezTo>
                  <a:cubicBezTo>
                    <a:pt x="1138387" y="409450"/>
                    <a:pt x="1161174" y="410720"/>
                    <a:pt x="1182762" y="410720"/>
                  </a:cubicBezTo>
                  <a:cubicBezTo>
                    <a:pt x="1222340" y="413260"/>
                    <a:pt x="1260718" y="409450"/>
                    <a:pt x="1300296" y="413260"/>
                  </a:cubicBezTo>
                  <a:cubicBezTo>
                    <a:pt x="1332677" y="415800"/>
                    <a:pt x="1365059" y="415800"/>
                    <a:pt x="1397441" y="418340"/>
                  </a:cubicBezTo>
                  <a:cubicBezTo>
                    <a:pt x="1445414" y="422150"/>
                    <a:pt x="1493387" y="424690"/>
                    <a:pt x="1541360" y="425960"/>
                  </a:cubicBezTo>
                  <a:cubicBezTo>
                    <a:pt x="1559648" y="425960"/>
                    <a:pt x="1577428" y="424690"/>
                    <a:pt x="1597748" y="4246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6"/>
          <p:cNvSpPr txBox="1"/>
          <p:nvPr/>
        </p:nvSpPr>
        <p:spPr>
          <a:xfrm>
            <a:off x="4623485" y="5617448"/>
            <a:ext cx="2181623" cy="70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2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9" u="none" cap="none" strike="noStrike">
                <a:solidFill>
                  <a:srgbClr val="00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Operation</a:t>
            </a:r>
            <a:endParaRPr/>
          </a:p>
          <a:p>
            <a:pPr indent="0" lvl="0" marL="0" marR="0" rtl="0" algn="ctr">
              <a:lnSpc>
                <a:spcPct val="82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29" u="none" cap="none" strike="noStrike">
              <a:solidFill>
                <a:srgbClr val="00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grpSp>
        <p:nvGrpSpPr>
          <p:cNvPr id="168" name="Google Shape;168;p6"/>
          <p:cNvGrpSpPr/>
          <p:nvPr/>
        </p:nvGrpSpPr>
        <p:grpSpPr>
          <a:xfrm>
            <a:off x="1232649" y="5389911"/>
            <a:ext cx="2638372" cy="747694"/>
            <a:chOff x="-215" y="0"/>
            <a:chExt cx="1657439" cy="469705"/>
          </a:xfrm>
        </p:grpSpPr>
        <p:sp>
          <p:nvSpPr>
            <p:cNvPr id="169" name="Google Shape;169;p6"/>
            <p:cNvSpPr/>
            <p:nvPr/>
          </p:nvSpPr>
          <p:spPr>
            <a:xfrm>
              <a:off x="39984" y="45156"/>
              <a:ext cx="1617240" cy="424549"/>
            </a:xfrm>
            <a:custGeom>
              <a:rect b="b" l="l" r="r" t="t"/>
              <a:pathLst>
                <a:path extrusionOk="0" h="424549" w="1617240">
                  <a:moveTo>
                    <a:pt x="656" y="394774"/>
                  </a:moveTo>
                  <a:cubicBezTo>
                    <a:pt x="-1884" y="403664"/>
                    <a:pt x="3196" y="410014"/>
                    <a:pt x="11601" y="411284"/>
                  </a:cubicBezTo>
                  <a:cubicBezTo>
                    <a:pt x="21196" y="412554"/>
                    <a:pt x="29591" y="412554"/>
                    <a:pt x="39186" y="412554"/>
                  </a:cubicBezTo>
                  <a:cubicBezTo>
                    <a:pt x="77564" y="413824"/>
                    <a:pt x="115942" y="413824"/>
                    <a:pt x="155520" y="415094"/>
                  </a:cubicBezTo>
                  <a:cubicBezTo>
                    <a:pt x="177108" y="416364"/>
                    <a:pt x="198696" y="417634"/>
                    <a:pt x="219084" y="418904"/>
                  </a:cubicBezTo>
                  <a:cubicBezTo>
                    <a:pt x="255064" y="420174"/>
                    <a:pt x="289844" y="420174"/>
                    <a:pt x="325824" y="421444"/>
                  </a:cubicBezTo>
                  <a:cubicBezTo>
                    <a:pt x="340216" y="421444"/>
                    <a:pt x="353408" y="421444"/>
                    <a:pt x="367800" y="420174"/>
                  </a:cubicBezTo>
                  <a:cubicBezTo>
                    <a:pt x="373797" y="420174"/>
                    <a:pt x="380993" y="418904"/>
                    <a:pt x="386989" y="418904"/>
                  </a:cubicBezTo>
                  <a:cubicBezTo>
                    <a:pt x="410976" y="420174"/>
                    <a:pt x="890705" y="411284"/>
                    <a:pt x="914692" y="412554"/>
                  </a:cubicBezTo>
                  <a:cubicBezTo>
                    <a:pt x="948273" y="413824"/>
                    <a:pt x="1040621" y="413824"/>
                    <a:pt x="1074202" y="413824"/>
                  </a:cubicBezTo>
                  <a:cubicBezTo>
                    <a:pt x="1087394" y="413824"/>
                    <a:pt x="1099387" y="412554"/>
                    <a:pt x="1112580" y="412554"/>
                  </a:cubicBezTo>
                  <a:lnTo>
                    <a:pt x="1177343" y="416364"/>
                  </a:lnTo>
                  <a:cubicBezTo>
                    <a:pt x="1224117" y="418904"/>
                    <a:pt x="1269691" y="416364"/>
                    <a:pt x="1316465" y="420174"/>
                  </a:cubicBezTo>
                  <a:cubicBezTo>
                    <a:pt x="1394421" y="425254"/>
                    <a:pt x="1473576" y="418904"/>
                    <a:pt x="1553739" y="423984"/>
                  </a:cubicBezTo>
                  <a:cubicBezTo>
                    <a:pt x="1574060" y="425254"/>
                    <a:pt x="1594379" y="423984"/>
                    <a:pt x="1617239" y="423984"/>
                  </a:cubicBezTo>
                  <a:lnTo>
                    <a:pt x="1617239" y="364294"/>
                  </a:lnTo>
                  <a:cubicBezTo>
                    <a:pt x="1615969" y="328320"/>
                    <a:pt x="1614699" y="315784"/>
                    <a:pt x="1614699" y="302465"/>
                  </a:cubicBezTo>
                  <a:cubicBezTo>
                    <a:pt x="1614699" y="287056"/>
                    <a:pt x="1618510" y="271386"/>
                    <a:pt x="1612160" y="255977"/>
                  </a:cubicBezTo>
                  <a:cubicBezTo>
                    <a:pt x="1604539" y="245792"/>
                    <a:pt x="1593110" y="44955"/>
                    <a:pt x="1593110" y="34770"/>
                  </a:cubicBezTo>
                  <a:cubicBezTo>
                    <a:pt x="1590569" y="27718"/>
                    <a:pt x="1589299" y="20406"/>
                    <a:pt x="1586760" y="13354"/>
                  </a:cubicBezTo>
                  <a:cubicBezTo>
                    <a:pt x="1586760" y="11265"/>
                    <a:pt x="1585489" y="9176"/>
                    <a:pt x="1584219" y="5644"/>
                  </a:cubicBezTo>
                  <a:cubicBezTo>
                    <a:pt x="1574060" y="3104"/>
                    <a:pt x="1565169" y="1834"/>
                    <a:pt x="1555010" y="564"/>
                  </a:cubicBezTo>
                  <a:cubicBezTo>
                    <a:pt x="1547389" y="-706"/>
                    <a:pt x="1539769" y="564"/>
                    <a:pt x="1533419" y="564"/>
                  </a:cubicBezTo>
                  <a:lnTo>
                    <a:pt x="5605" y="5644"/>
                  </a:lnTo>
                  <a:lnTo>
                    <a:pt x="656" y="394774"/>
                  </a:lnTo>
                  <a:close/>
                </a:path>
              </a:pathLst>
            </a:custGeom>
            <a:solidFill>
              <a:srgbClr val="FCF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11430" y="16510"/>
              <a:ext cx="1596264" cy="415800"/>
            </a:xfrm>
            <a:custGeom>
              <a:rect b="b" l="l" r="r" t="t"/>
              <a:pathLst>
                <a:path extrusionOk="0" h="415800" w="1596264">
                  <a:moveTo>
                    <a:pt x="1596264" y="415800"/>
                  </a:moveTo>
                  <a:lnTo>
                    <a:pt x="0" y="408180"/>
                  </a:lnTo>
                  <a:lnTo>
                    <a:pt x="0" y="151167"/>
                  </a:lnTo>
                  <a:lnTo>
                    <a:pt x="7620" y="20320"/>
                  </a:lnTo>
                  <a:lnTo>
                    <a:pt x="793330" y="0"/>
                  </a:lnTo>
                  <a:lnTo>
                    <a:pt x="1574674" y="8890"/>
                  </a:lnTo>
                  <a:close/>
                </a:path>
              </a:pathLst>
            </a:custGeom>
            <a:solidFill>
              <a:srgbClr val="9CF2FE"/>
            </a:solidFill>
            <a:ln>
              <a:noFill/>
            </a:ln>
          </p:spPr>
        </p:sp>
        <p:sp>
          <p:nvSpPr>
            <p:cNvPr id="171" name="Google Shape;171;p6"/>
            <p:cNvSpPr/>
            <p:nvPr/>
          </p:nvSpPr>
          <p:spPr>
            <a:xfrm>
              <a:off x="-215" y="0"/>
              <a:ext cx="1620608" cy="441765"/>
            </a:xfrm>
            <a:custGeom>
              <a:rect b="b" l="l" r="r" t="t"/>
              <a:pathLst>
                <a:path extrusionOk="0" h="441765" w="1620608">
                  <a:moveTo>
                    <a:pt x="1587588" y="21590"/>
                  </a:moveTo>
                  <a:cubicBezTo>
                    <a:pt x="1588859" y="34290"/>
                    <a:pt x="1588859" y="44450"/>
                    <a:pt x="1590128" y="52503"/>
                  </a:cubicBezTo>
                  <a:cubicBezTo>
                    <a:pt x="1592668" y="59555"/>
                    <a:pt x="1593938" y="66867"/>
                    <a:pt x="1596478" y="73919"/>
                  </a:cubicBezTo>
                  <a:cubicBezTo>
                    <a:pt x="1596478" y="84104"/>
                    <a:pt x="1609178" y="284941"/>
                    <a:pt x="1615528" y="295126"/>
                  </a:cubicBezTo>
                  <a:cubicBezTo>
                    <a:pt x="1621878" y="310535"/>
                    <a:pt x="1618068" y="326205"/>
                    <a:pt x="1618068" y="341614"/>
                  </a:cubicBezTo>
                  <a:cubicBezTo>
                    <a:pt x="1618068" y="355194"/>
                    <a:pt x="1619338" y="367730"/>
                    <a:pt x="1620609" y="381510"/>
                  </a:cubicBezTo>
                  <a:lnTo>
                    <a:pt x="1620609" y="441200"/>
                  </a:lnTo>
                  <a:cubicBezTo>
                    <a:pt x="1597748" y="441200"/>
                    <a:pt x="1577428" y="442470"/>
                    <a:pt x="1557109" y="441200"/>
                  </a:cubicBezTo>
                  <a:cubicBezTo>
                    <a:pt x="1478995" y="436120"/>
                    <a:pt x="1399840" y="442470"/>
                    <a:pt x="1321884" y="437390"/>
                  </a:cubicBezTo>
                  <a:cubicBezTo>
                    <a:pt x="1275110" y="433580"/>
                    <a:pt x="1229536" y="436120"/>
                    <a:pt x="1182762" y="433580"/>
                  </a:cubicBezTo>
                  <a:lnTo>
                    <a:pt x="1117999" y="429770"/>
                  </a:lnTo>
                  <a:cubicBezTo>
                    <a:pt x="1104806" y="429770"/>
                    <a:pt x="1092813" y="431040"/>
                    <a:pt x="1079620" y="431040"/>
                  </a:cubicBezTo>
                  <a:cubicBezTo>
                    <a:pt x="1046039" y="429770"/>
                    <a:pt x="953691" y="431040"/>
                    <a:pt x="920110" y="429770"/>
                  </a:cubicBezTo>
                  <a:cubicBezTo>
                    <a:pt x="896124" y="428500"/>
                    <a:pt x="416394" y="437390"/>
                    <a:pt x="392408" y="436120"/>
                  </a:cubicBezTo>
                  <a:cubicBezTo>
                    <a:pt x="386411" y="436120"/>
                    <a:pt x="379215" y="437390"/>
                    <a:pt x="373219" y="437390"/>
                  </a:cubicBezTo>
                  <a:cubicBezTo>
                    <a:pt x="358827" y="437390"/>
                    <a:pt x="345634" y="438660"/>
                    <a:pt x="331242" y="438660"/>
                  </a:cubicBezTo>
                  <a:cubicBezTo>
                    <a:pt x="295263" y="438660"/>
                    <a:pt x="260482" y="437390"/>
                    <a:pt x="224503" y="436120"/>
                  </a:cubicBezTo>
                  <a:cubicBezTo>
                    <a:pt x="202915" y="434850"/>
                    <a:pt x="181327" y="433580"/>
                    <a:pt x="160939" y="432310"/>
                  </a:cubicBezTo>
                  <a:cubicBezTo>
                    <a:pt x="122560" y="431040"/>
                    <a:pt x="84182" y="429770"/>
                    <a:pt x="44604" y="429770"/>
                  </a:cubicBezTo>
                  <a:cubicBezTo>
                    <a:pt x="34505" y="429770"/>
                    <a:pt x="25615" y="429770"/>
                    <a:pt x="15455" y="428500"/>
                  </a:cubicBezTo>
                  <a:cubicBezTo>
                    <a:pt x="6565" y="427230"/>
                    <a:pt x="1485" y="420880"/>
                    <a:pt x="4025" y="411990"/>
                  </a:cubicBezTo>
                  <a:cubicBezTo>
                    <a:pt x="12915" y="380789"/>
                    <a:pt x="9105" y="374259"/>
                    <a:pt x="7835" y="367469"/>
                  </a:cubicBezTo>
                  <a:cubicBezTo>
                    <a:pt x="6565" y="353627"/>
                    <a:pt x="2755" y="340047"/>
                    <a:pt x="4025" y="326205"/>
                  </a:cubicBezTo>
                  <a:cubicBezTo>
                    <a:pt x="1485" y="308968"/>
                    <a:pt x="-3595" y="95596"/>
                    <a:pt x="4025" y="78098"/>
                  </a:cubicBezTo>
                  <a:cubicBezTo>
                    <a:pt x="5295" y="74702"/>
                    <a:pt x="4025" y="71046"/>
                    <a:pt x="5295" y="67651"/>
                  </a:cubicBezTo>
                  <a:cubicBezTo>
                    <a:pt x="6565" y="62166"/>
                    <a:pt x="9105" y="5616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199" y="30480"/>
                    <a:pt x="73388" y="29210"/>
                  </a:cubicBezTo>
                  <a:cubicBezTo>
                    <a:pt x="105770" y="25400"/>
                    <a:pt x="138151" y="22860"/>
                    <a:pt x="171732" y="20320"/>
                  </a:cubicBezTo>
                  <a:cubicBezTo>
                    <a:pt x="194520" y="17780"/>
                    <a:pt x="217307" y="16510"/>
                    <a:pt x="238895" y="13970"/>
                  </a:cubicBezTo>
                  <a:cubicBezTo>
                    <a:pt x="260482" y="11430"/>
                    <a:pt x="283270" y="8890"/>
                    <a:pt x="304857" y="8890"/>
                  </a:cubicBezTo>
                  <a:cubicBezTo>
                    <a:pt x="328844" y="7620"/>
                    <a:pt x="352830" y="10160"/>
                    <a:pt x="376817" y="8890"/>
                  </a:cubicBezTo>
                  <a:cubicBezTo>
                    <a:pt x="406800" y="8890"/>
                    <a:pt x="950093" y="6350"/>
                    <a:pt x="980076" y="5080"/>
                  </a:cubicBezTo>
                  <a:cubicBezTo>
                    <a:pt x="1008860" y="3810"/>
                    <a:pt x="1037644" y="2540"/>
                    <a:pt x="1067627" y="2540"/>
                  </a:cubicBezTo>
                  <a:cubicBezTo>
                    <a:pt x="1116799" y="1270"/>
                    <a:pt x="1164772" y="0"/>
                    <a:pt x="1213945" y="0"/>
                  </a:cubicBezTo>
                  <a:cubicBezTo>
                    <a:pt x="1234333" y="0"/>
                    <a:pt x="1255921" y="2540"/>
                    <a:pt x="1276309" y="2540"/>
                  </a:cubicBezTo>
                  <a:cubicBezTo>
                    <a:pt x="1332677" y="3810"/>
                    <a:pt x="1390245" y="5080"/>
                    <a:pt x="1446613" y="7620"/>
                  </a:cubicBezTo>
                  <a:cubicBezTo>
                    <a:pt x="1476596" y="8890"/>
                    <a:pt x="1506579" y="12700"/>
                    <a:pt x="1536563" y="16510"/>
                  </a:cubicBezTo>
                  <a:lnTo>
                    <a:pt x="1557109" y="16510"/>
                  </a:lnTo>
                  <a:cubicBezTo>
                    <a:pt x="1568538" y="17780"/>
                    <a:pt x="1577428" y="20320"/>
                    <a:pt x="1587588" y="21590"/>
                  </a:cubicBezTo>
                  <a:close/>
                  <a:moveTo>
                    <a:pt x="1597748" y="424690"/>
                  </a:moveTo>
                  <a:cubicBezTo>
                    <a:pt x="1599018" y="408180"/>
                    <a:pt x="1600288" y="395480"/>
                    <a:pt x="1600288" y="382780"/>
                  </a:cubicBezTo>
                  <a:cubicBezTo>
                    <a:pt x="1599018" y="366424"/>
                    <a:pt x="1597748" y="352583"/>
                    <a:pt x="1597748" y="337696"/>
                  </a:cubicBezTo>
                  <a:cubicBezTo>
                    <a:pt x="1597748" y="330906"/>
                    <a:pt x="1600288" y="324116"/>
                    <a:pt x="1599018" y="317325"/>
                  </a:cubicBezTo>
                  <a:cubicBezTo>
                    <a:pt x="1599018" y="311057"/>
                    <a:pt x="1597748" y="304528"/>
                    <a:pt x="1596478" y="298260"/>
                  </a:cubicBezTo>
                  <a:cubicBezTo>
                    <a:pt x="1591398" y="288597"/>
                    <a:pt x="1579968" y="88544"/>
                    <a:pt x="1579968" y="78881"/>
                  </a:cubicBezTo>
                  <a:cubicBezTo>
                    <a:pt x="1577428" y="70785"/>
                    <a:pt x="1574888" y="62428"/>
                    <a:pt x="1572348" y="54332"/>
                  </a:cubicBezTo>
                  <a:cubicBezTo>
                    <a:pt x="1571078" y="44450"/>
                    <a:pt x="1569809" y="43180"/>
                    <a:pt x="1553353" y="41910"/>
                  </a:cubicBezTo>
                  <a:cubicBezTo>
                    <a:pt x="1549755" y="41910"/>
                    <a:pt x="1547356" y="41910"/>
                    <a:pt x="1543758" y="40640"/>
                  </a:cubicBezTo>
                  <a:cubicBezTo>
                    <a:pt x="1513775" y="36830"/>
                    <a:pt x="1482593" y="31750"/>
                    <a:pt x="1452610" y="30480"/>
                  </a:cubicBezTo>
                  <a:cubicBezTo>
                    <a:pt x="1379451" y="26670"/>
                    <a:pt x="1305093" y="25400"/>
                    <a:pt x="1231934" y="22860"/>
                  </a:cubicBezTo>
                  <a:lnTo>
                    <a:pt x="1145583" y="22860"/>
                  </a:lnTo>
                  <a:cubicBezTo>
                    <a:pt x="1107205" y="22860"/>
                    <a:pt x="1068826" y="22860"/>
                    <a:pt x="1031647" y="24130"/>
                  </a:cubicBezTo>
                  <a:cubicBezTo>
                    <a:pt x="999266" y="25400"/>
                    <a:pt x="453573" y="29210"/>
                    <a:pt x="421192" y="29210"/>
                  </a:cubicBezTo>
                  <a:cubicBezTo>
                    <a:pt x="368421" y="29210"/>
                    <a:pt x="315651" y="26670"/>
                    <a:pt x="262881" y="33020"/>
                  </a:cubicBezTo>
                  <a:cubicBezTo>
                    <a:pt x="235297" y="36830"/>
                    <a:pt x="208911" y="36830"/>
                    <a:pt x="182526" y="38100"/>
                  </a:cubicBezTo>
                  <a:cubicBezTo>
                    <a:pt x="136952" y="41910"/>
                    <a:pt x="91378" y="45720"/>
                    <a:pt x="45804" y="50800"/>
                  </a:cubicBezTo>
                  <a:cubicBezTo>
                    <a:pt x="33235" y="50800"/>
                    <a:pt x="30695" y="52242"/>
                    <a:pt x="29425" y="55376"/>
                  </a:cubicBezTo>
                  <a:cubicBezTo>
                    <a:pt x="28155" y="60077"/>
                    <a:pt x="28155" y="64778"/>
                    <a:pt x="26885" y="69479"/>
                  </a:cubicBezTo>
                  <a:cubicBezTo>
                    <a:pt x="25615" y="77314"/>
                    <a:pt x="23075" y="84888"/>
                    <a:pt x="21805" y="92723"/>
                  </a:cubicBezTo>
                  <a:cubicBezTo>
                    <a:pt x="16725" y="101080"/>
                    <a:pt x="23075" y="305312"/>
                    <a:pt x="25615" y="313669"/>
                  </a:cubicBezTo>
                  <a:cubicBezTo>
                    <a:pt x="25615" y="322549"/>
                    <a:pt x="25615" y="331689"/>
                    <a:pt x="26885" y="340569"/>
                  </a:cubicBezTo>
                  <a:cubicBezTo>
                    <a:pt x="26885" y="347098"/>
                    <a:pt x="29425" y="353627"/>
                    <a:pt x="29425" y="360156"/>
                  </a:cubicBezTo>
                  <a:cubicBezTo>
                    <a:pt x="29425" y="367208"/>
                    <a:pt x="29425" y="374259"/>
                    <a:pt x="28155" y="382780"/>
                  </a:cubicBezTo>
                  <a:lnTo>
                    <a:pt x="28155" y="392940"/>
                  </a:lnTo>
                  <a:cubicBezTo>
                    <a:pt x="28155" y="403100"/>
                    <a:pt x="31965" y="406910"/>
                    <a:pt x="40855" y="406910"/>
                  </a:cubicBezTo>
                  <a:cubicBezTo>
                    <a:pt x="56597" y="406910"/>
                    <a:pt x="73388" y="408180"/>
                    <a:pt x="88979" y="408180"/>
                  </a:cubicBezTo>
                  <a:cubicBezTo>
                    <a:pt x="111766" y="408180"/>
                    <a:pt x="135753" y="405640"/>
                    <a:pt x="158540" y="408180"/>
                  </a:cubicBezTo>
                  <a:cubicBezTo>
                    <a:pt x="195719" y="411990"/>
                    <a:pt x="232898" y="414530"/>
                    <a:pt x="270077" y="413260"/>
                  </a:cubicBezTo>
                  <a:cubicBezTo>
                    <a:pt x="294063" y="411990"/>
                    <a:pt x="316851" y="414530"/>
                    <a:pt x="340837" y="414530"/>
                  </a:cubicBezTo>
                  <a:cubicBezTo>
                    <a:pt x="375617" y="414530"/>
                    <a:pt x="410398" y="413260"/>
                    <a:pt x="445178" y="414530"/>
                  </a:cubicBezTo>
                  <a:cubicBezTo>
                    <a:pt x="496749" y="415800"/>
                    <a:pt x="1062830" y="405640"/>
                    <a:pt x="1115600" y="408180"/>
                  </a:cubicBezTo>
                  <a:cubicBezTo>
                    <a:pt x="1138387" y="409450"/>
                    <a:pt x="1161174" y="410720"/>
                    <a:pt x="1182762" y="410720"/>
                  </a:cubicBezTo>
                  <a:cubicBezTo>
                    <a:pt x="1222340" y="413260"/>
                    <a:pt x="1260718" y="409450"/>
                    <a:pt x="1300296" y="413260"/>
                  </a:cubicBezTo>
                  <a:cubicBezTo>
                    <a:pt x="1332677" y="415800"/>
                    <a:pt x="1365059" y="415800"/>
                    <a:pt x="1397441" y="418340"/>
                  </a:cubicBezTo>
                  <a:cubicBezTo>
                    <a:pt x="1445414" y="422150"/>
                    <a:pt x="1493387" y="424690"/>
                    <a:pt x="1541360" y="425960"/>
                  </a:cubicBezTo>
                  <a:cubicBezTo>
                    <a:pt x="1559648" y="425960"/>
                    <a:pt x="1577428" y="424690"/>
                    <a:pt x="1597748" y="4246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p6"/>
          <p:cNvSpPr txBox="1"/>
          <p:nvPr/>
        </p:nvSpPr>
        <p:spPr>
          <a:xfrm>
            <a:off x="1461194" y="5617448"/>
            <a:ext cx="2181623" cy="706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2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9" u="none" cap="none" strike="noStrike">
                <a:solidFill>
                  <a:srgbClr val="00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Dependency</a:t>
            </a:r>
            <a:endParaRPr/>
          </a:p>
          <a:p>
            <a:pPr indent="0" lvl="0" marL="0" marR="0" rtl="0" algn="ctr">
              <a:lnSpc>
                <a:spcPct val="82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29" u="none" cap="none" strike="noStrike">
              <a:solidFill>
                <a:srgbClr val="000000"/>
              </a:solidFill>
              <a:latin typeface="Shadows Into Light"/>
              <a:ea typeface="Shadows Into Light"/>
              <a:cs typeface="Shadows Into Light"/>
              <a:sym typeface="Shadows Into Light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1232991" y="6247975"/>
            <a:ext cx="3077286" cy="2511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Reuses values from prior successful requests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91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Rewarded for 2xx success response </a:t>
            </a:r>
            <a:endParaRPr/>
          </a:p>
        </p:txBody>
      </p:sp>
      <p:grpSp>
        <p:nvGrpSpPr>
          <p:cNvPr id="174" name="Google Shape;174;p6"/>
          <p:cNvGrpSpPr/>
          <p:nvPr/>
        </p:nvGrpSpPr>
        <p:grpSpPr>
          <a:xfrm>
            <a:off x="13881816" y="5389911"/>
            <a:ext cx="2638372" cy="747694"/>
            <a:chOff x="-215" y="0"/>
            <a:chExt cx="1657439" cy="469705"/>
          </a:xfrm>
        </p:grpSpPr>
        <p:sp>
          <p:nvSpPr>
            <p:cNvPr id="175" name="Google Shape;175;p6"/>
            <p:cNvSpPr/>
            <p:nvPr/>
          </p:nvSpPr>
          <p:spPr>
            <a:xfrm>
              <a:off x="39984" y="45156"/>
              <a:ext cx="1617240" cy="424549"/>
            </a:xfrm>
            <a:custGeom>
              <a:rect b="b" l="l" r="r" t="t"/>
              <a:pathLst>
                <a:path extrusionOk="0" h="424549" w="1617240">
                  <a:moveTo>
                    <a:pt x="656" y="394774"/>
                  </a:moveTo>
                  <a:cubicBezTo>
                    <a:pt x="-1884" y="403664"/>
                    <a:pt x="3196" y="410014"/>
                    <a:pt x="11601" y="411284"/>
                  </a:cubicBezTo>
                  <a:cubicBezTo>
                    <a:pt x="21196" y="412554"/>
                    <a:pt x="29591" y="412554"/>
                    <a:pt x="39186" y="412554"/>
                  </a:cubicBezTo>
                  <a:cubicBezTo>
                    <a:pt x="77564" y="413824"/>
                    <a:pt x="115942" y="413824"/>
                    <a:pt x="155520" y="415094"/>
                  </a:cubicBezTo>
                  <a:cubicBezTo>
                    <a:pt x="177108" y="416364"/>
                    <a:pt x="198696" y="417634"/>
                    <a:pt x="219084" y="418904"/>
                  </a:cubicBezTo>
                  <a:cubicBezTo>
                    <a:pt x="255064" y="420174"/>
                    <a:pt x="289844" y="420174"/>
                    <a:pt x="325824" y="421444"/>
                  </a:cubicBezTo>
                  <a:cubicBezTo>
                    <a:pt x="340216" y="421444"/>
                    <a:pt x="353408" y="421444"/>
                    <a:pt x="367800" y="420174"/>
                  </a:cubicBezTo>
                  <a:cubicBezTo>
                    <a:pt x="373797" y="420174"/>
                    <a:pt x="380993" y="418904"/>
                    <a:pt x="386989" y="418904"/>
                  </a:cubicBezTo>
                  <a:cubicBezTo>
                    <a:pt x="410976" y="420174"/>
                    <a:pt x="890705" y="411284"/>
                    <a:pt x="914692" y="412554"/>
                  </a:cubicBezTo>
                  <a:cubicBezTo>
                    <a:pt x="948273" y="413824"/>
                    <a:pt x="1040621" y="413824"/>
                    <a:pt x="1074202" y="413824"/>
                  </a:cubicBezTo>
                  <a:cubicBezTo>
                    <a:pt x="1087394" y="413824"/>
                    <a:pt x="1099387" y="412554"/>
                    <a:pt x="1112580" y="412554"/>
                  </a:cubicBezTo>
                  <a:lnTo>
                    <a:pt x="1177343" y="416364"/>
                  </a:lnTo>
                  <a:cubicBezTo>
                    <a:pt x="1224117" y="418904"/>
                    <a:pt x="1269691" y="416364"/>
                    <a:pt x="1316465" y="420174"/>
                  </a:cubicBezTo>
                  <a:cubicBezTo>
                    <a:pt x="1394421" y="425254"/>
                    <a:pt x="1473576" y="418904"/>
                    <a:pt x="1553739" y="423984"/>
                  </a:cubicBezTo>
                  <a:cubicBezTo>
                    <a:pt x="1574060" y="425254"/>
                    <a:pt x="1594379" y="423984"/>
                    <a:pt x="1617239" y="423984"/>
                  </a:cubicBezTo>
                  <a:lnTo>
                    <a:pt x="1617239" y="364294"/>
                  </a:lnTo>
                  <a:cubicBezTo>
                    <a:pt x="1615969" y="328320"/>
                    <a:pt x="1614699" y="315784"/>
                    <a:pt x="1614699" y="302465"/>
                  </a:cubicBezTo>
                  <a:cubicBezTo>
                    <a:pt x="1614699" y="287056"/>
                    <a:pt x="1618510" y="271386"/>
                    <a:pt x="1612160" y="255977"/>
                  </a:cubicBezTo>
                  <a:cubicBezTo>
                    <a:pt x="1604539" y="245792"/>
                    <a:pt x="1593110" y="44955"/>
                    <a:pt x="1593110" y="34770"/>
                  </a:cubicBezTo>
                  <a:cubicBezTo>
                    <a:pt x="1590569" y="27718"/>
                    <a:pt x="1589299" y="20406"/>
                    <a:pt x="1586760" y="13354"/>
                  </a:cubicBezTo>
                  <a:cubicBezTo>
                    <a:pt x="1586760" y="11265"/>
                    <a:pt x="1585489" y="9176"/>
                    <a:pt x="1584219" y="5644"/>
                  </a:cubicBezTo>
                  <a:cubicBezTo>
                    <a:pt x="1574060" y="3104"/>
                    <a:pt x="1565169" y="1834"/>
                    <a:pt x="1555010" y="564"/>
                  </a:cubicBezTo>
                  <a:cubicBezTo>
                    <a:pt x="1547389" y="-706"/>
                    <a:pt x="1539769" y="564"/>
                    <a:pt x="1533419" y="564"/>
                  </a:cubicBezTo>
                  <a:lnTo>
                    <a:pt x="5605" y="5644"/>
                  </a:lnTo>
                  <a:lnTo>
                    <a:pt x="656" y="394774"/>
                  </a:lnTo>
                  <a:close/>
                </a:path>
              </a:pathLst>
            </a:custGeom>
            <a:solidFill>
              <a:srgbClr val="FCF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11430" y="16510"/>
              <a:ext cx="1596264" cy="415800"/>
            </a:xfrm>
            <a:custGeom>
              <a:rect b="b" l="l" r="r" t="t"/>
              <a:pathLst>
                <a:path extrusionOk="0" h="415800" w="1596264">
                  <a:moveTo>
                    <a:pt x="1596264" y="415800"/>
                  </a:moveTo>
                  <a:lnTo>
                    <a:pt x="0" y="408180"/>
                  </a:lnTo>
                  <a:lnTo>
                    <a:pt x="0" y="151167"/>
                  </a:lnTo>
                  <a:lnTo>
                    <a:pt x="7620" y="20320"/>
                  </a:lnTo>
                  <a:lnTo>
                    <a:pt x="793330" y="0"/>
                  </a:lnTo>
                  <a:lnTo>
                    <a:pt x="1574674" y="8890"/>
                  </a:lnTo>
                  <a:close/>
                </a:path>
              </a:pathLst>
            </a:custGeom>
            <a:solidFill>
              <a:srgbClr val="FE9C9C"/>
            </a:solidFill>
            <a:ln>
              <a:noFill/>
            </a:ln>
          </p:spPr>
        </p:sp>
        <p:sp>
          <p:nvSpPr>
            <p:cNvPr id="177" name="Google Shape;177;p6"/>
            <p:cNvSpPr/>
            <p:nvPr/>
          </p:nvSpPr>
          <p:spPr>
            <a:xfrm>
              <a:off x="-215" y="0"/>
              <a:ext cx="1620608" cy="441765"/>
            </a:xfrm>
            <a:custGeom>
              <a:rect b="b" l="l" r="r" t="t"/>
              <a:pathLst>
                <a:path extrusionOk="0" h="441765" w="1620608">
                  <a:moveTo>
                    <a:pt x="1587588" y="21590"/>
                  </a:moveTo>
                  <a:cubicBezTo>
                    <a:pt x="1588859" y="34290"/>
                    <a:pt x="1588859" y="44450"/>
                    <a:pt x="1590128" y="52503"/>
                  </a:cubicBezTo>
                  <a:cubicBezTo>
                    <a:pt x="1592668" y="59555"/>
                    <a:pt x="1593938" y="66867"/>
                    <a:pt x="1596478" y="73919"/>
                  </a:cubicBezTo>
                  <a:cubicBezTo>
                    <a:pt x="1596478" y="84104"/>
                    <a:pt x="1609178" y="284941"/>
                    <a:pt x="1615528" y="295126"/>
                  </a:cubicBezTo>
                  <a:cubicBezTo>
                    <a:pt x="1621878" y="310535"/>
                    <a:pt x="1618068" y="326205"/>
                    <a:pt x="1618068" y="341614"/>
                  </a:cubicBezTo>
                  <a:cubicBezTo>
                    <a:pt x="1618068" y="355194"/>
                    <a:pt x="1619338" y="367730"/>
                    <a:pt x="1620609" y="381510"/>
                  </a:cubicBezTo>
                  <a:lnTo>
                    <a:pt x="1620609" y="441200"/>
                  </a:lnTo>
                  <a:cubicBezTo>
                    <a:pt x="1597748" y="441200"/>
                    <a:pt x="1577428" y="442470"/>
                    <a:pt x="1557109" y="441200"/>
                  </a:cubicBezTo>
                  <a:cubicBezTo>
                    <a:pt x="1478995" y="436120"/>
                    <a:pt x="1399840" y="442470"/>
                    <a:pt x="1321884" y="437390"/>
                  </a:cubicBezTo>
                  <a:cubicBezTo>
                    <a:pt x="1275110" y="433580"/>
                    <a:pt x="1229536" y="436120"/>
                    <a:pt x="1182762" y="433580"/>
                  </a:cubicBezTo>
                  <a:lnTo>
                    <a:pt x="1117999" y="429770"/>
                  </a:lnTo>
                  <a:cubicBezTo>
                    <a:pt x="1104806" y="429770"/>
                    <a:pt x="1092813" y="431040"/>
                    <a:pt x="1079620" y="431040"/>
                  </a:cubicBezTo>
                  <a:cubicBezTo>
                    <a:pt x="1046039" y="429770"/>
                    <a:pt x="953691" y="431040"/>
                    <a:pt x="920110" y="429770"/>
                  </a:cubicBezTo>
                  <a:cubicBezTo>
                    <a:pt x="896124" y="428500"/>
                    <a:pt x="416394" y="437390"/>
                    <a:pt x="392408" y="436120"/>
                  </a:cubicBezTo>
                  <a:cubicBezTo>
                    <a:pt x="386411" y="436120"/>
                    <a:pt x="379215" y="437390"/>
                    <a:pt x="373219" y="437390"/>
                  </a:cubicBezTo>
                  <a:cubicBezTo>
                    <a:pt x="358827" y="437390"/>
                    <a:pt x="345634" y="438660"/>
                    <a:pt x="331242" y="438660"/>
                  </a:cubicBezTo>
                  <a:cubicBezTo>
                    <a:pt x="295263" y="438660"/>
                    <a:pt x="260482" y="437390"/>
                    <a:pt x="224503" y="436120"/>
                  </a:cubicBezTo>
                  <a:cubicBezTo>
                    <a:pt x="202915" y="434850"/>
                    <a:pt x="181327" y="433580"/>
                    <a:pt x="160939" y="432310"/>
                  </a:cubicBezTo>
                  <a:cubicBezTo>
                    <a:pt x="122560" y="431040"/>
                    <a:pt x="84182" y="429770"/>
                    <a:pt x="44604" y="429770"/>
                  </a:cubicBezTo>
                  <a:cubicBezTo>
                    <a:pt x="34505" y="429770"/>
                    <a:pt x="25615" y="429770"/>
                    <a:pt x="15455" y="428500"/>
                  </a:cubicBezTo>
                  <a:cubicBezTo>
                    <a:pt x="6565" y="427230"/>
                    <a:pt x="1485" y="420880"/>
                    <a:pt x="4025" y="411990"/>
                  </a:cubicBezTo>
                  <a:cubicBezTo>
                    <a:pt x="12915" y="380789"/>
                    <a:pt x="9105" y="374259"/>
                    <a:pt x="7835" y="367469"/>
                  </a:cubicBezTo>
                  <a:cubicBezTo>
                    <a:pt x="6565" y="353627"/>
                    <a:pt x="2755" y="340047"/>
                    <a:pt x="4025" y="326205"/>
                  </a:cubicBezTo>
                  <a:cubicBezTo>
                    <a:pt x="1485" y="308968"/>
                    <a:pt x="-3595" y="95596"/>
                    <a:pt x="4025" y="78098"/>
                  </a:cubicBezTo>
                  <a:cubicBezTo>
                    <a:pt x="5295" y="74702"/>
                    <a:pt x="4025" y="71046"/>
                    <a:pt x="5295" y="67651"/>
                  </a:cubicBezTo>
                  <a:cubicBezTo>
                    <a:pt x="6565" y="62166"/>
                    <a:pt x="9105" y="5616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199" y="30480"/>
                    <a:pt x="73388" y="29210"/>
                  </a:cubicBezTo>
                  <a:cubicBezTo>
                    <a:pt x="105770" y="25400"/>
                    <a:pt x="138151" y="22860"/>
                    <a:pt x="171732" y="20320"/>
                  </a:cubicBezTo>
                  <a:cubicBezTo>
                    <a:pt x="194520" y="17780"/>
                    <a:pt x="217307" y="16510"/>
                    <a:pt x="238895" y="13970"/>
                  </a:cubicBezTo>
                  <a:cubicBezTo>
                    <a:pt x="260482" y="11430"/>
                    <a:pt x="283270" y="8890"/>
                    <a:pt x="304857" y="8890"/>
                  </a:cubicBezTo>
                  <a:cubicBezTo>
                    <a:pt x="328844" y="7620"/>
                    <a:pt x="352830" y="10160"/>
                    <a:pt x="376817" y="8890"/>
                  </a:cubicBezTo>
                  <a:cubicBezTo>
                    <a:pt x="406800" y="8890"/>
                    <a:pt x="950093" y="6350"/>
                    <a:pt x="980076" y="5080"/>
                  </a:cubicBezTo>
                  <a:cubicBezTo>
                    <a:pt x="1008860" y="3810"/>
                    <a:pt x="1037644" y="2540"/>
                    <a:pt x="1067627" y="2540"/>
                  </a:cubicBezTo>
                  <a:cubicBezTo>
                    <a:pt x="1116799" y="1270"/>
                    <a:pt x="1164772" y="0"/>
                    <a:pt x="1213945" y="0"/>
                  </a:cubicBezTo>
                  <a:cubicBezTo>
                    <a:pt x="1234333" y="0"/>
                    <a:pt x="1255921" y="2540"/>
                    <a:pt x="1276309" y="2540"/>
                  </a:cubicBezTo>
                  <a:cubicBezTo>
                    <a:pt x="1332677" y="3810"/>
                    <a:pt x="1390245" y="5080"/>
                    <a:pt x="1446613" y="7620"/>
                  </a:cubicBezTo>
                  <a:cubicBezTo>
                    <a:pt x="1476596" y="8890"/>
                    <a:pt x="1506579" y="12700"/>
                    <a:pt x="1536563" y="16510"/>
                  </a:cubicBezTo>
                  <a:lnTo>
                    <a:pt x="1557109" y="16510"/>
                  </a:lnTo>
                  <a:cubicBezTo>
                    <a:pt x="1568538" y="17780"/>
                    <a:pt x="1577428" y="20320"/>
                    <a:pt x="1587588" y="21590"/>
                  </a:cubicBezTo>
                  <a:close/>
                  <a:moveTo>
                    <a:pt x="1597748" y="424690"/>
                  </a:moveTo>
                  <a:cubicBezTo>
                    <a:pt x="1599018" y="408180"/>
                    <a:pt x="1600288" y="395480"/>
                    <a:pt x="1600288" y="382780"/>
                  </a:cubicBezTo>
                  <a:cubicBezTo>
                    <a:pt x="1599018" y="366424"/>
                    <a:pt x="1597748" y="352583"/>
                    <a:pt x="1597748" y="337696"/>
                  </a:cubicBezTo>
                  <a:cubicBezTo>
                    <a:pt x="1597748" y="330906"/>
                    <a:pt x="1600288" y="324116"/>
                    <a:pt x="1599018" y="317325"/>
                  </a:cubicBezTo>
                  <a:cubicBezTo>
                    <a:pt x="1599018" y="311057"/>
                    <a:pt x="1597748" y="304528"/>
                    <a:pt x="1596478" y="298260"/>
                  </a:cubicBezTo>
                  <a:cubicBezTo>
                    <a:pt x="1591398" y="288597"/>
                    <a:pt x="1579968" y="88544"/>
                    <a:pt x="1579968" y="78881"/>
                  </a:cubicBezTo>
                  <a:cubicBezTo>
                    <a:pt x="1577428" y="70785"/>
                    <a:pt x="1574888" y="62428"/>
                    <a:pt x="1572348" y="54332"/>
                  </a:cubicBezTo>
                  <a:cubicBezTo>
                    <a:pt x="1571078" y="44450"/>
                    <a:pt x="1569809" y="43180"/>
                    <a:pt x="1553353" y="41910"/>
                  </a:cubicBezTo>
                  <a:cubicBezTo>
                    <a:pt x="1549755" y="41910"/>
                    <a:pt x="1547356" y="41910"/>
                    <a:pt x="1543758" y="40640"/>
                  </a:cubicBezTo>
                  <a:cubicBezTo>
                    <a:pt x="1513775" y="36830"/>
                    <a:pt x="1482593" y="31750"/>
                    <a:pt x="1452610" y="30480"/>
                  </a:cubicBezTo>
                  <a:cubicBezTo>
                    <a:pt x="1379451" y="26670"/>
                    <a:pt x="1305093" y="25400"/>
                    <a:pt x="1231934" y="22860"/>
                  </a:cubicBezTo>
                  <a:lnTo>
                    <a:pt x="1145583" y="22860"/>
                  </a:lnTo>
                  <a:cubicBezTo>
                    <a:pt x="1107205" y="22860"/>
                    <a:pt x="1068826" y="22860"/>
                    <a:pt x="1031647" y="24130"/>
                  </a:cubicBezTo>
                  <a:cubicBezTo>
                    <a:pt x="999266" y="25400"/>
                    <a:pt x="453573" y="29210"/>
                    <a:pt x="421192" y="29210"/>
                  </a:cubicBezTo>
                  <a:cubicBezTo>
                    <a:pt x="368421" y="29210"/>
                    <a:pt x="315651" y="26670"/>
                    <a:pt x="262881" y="33020"/>
                  </a:cubicBezTo>
                  <a:cubicBezTo>
                    <a:pt x="235297" y="36830"/>
                    <a:pt x="208911" y="36830"/>
                    <a:pt x="182526" y="38100"/>
                  </a:cubicBezTo>
                  <a:cubicBezTo>
                    <a:pt x="136952" y="41910"/>
                    <a:pt x="91378" y="45720"/>
                    <a:pt x="45804" y="50800"/>
                  </a:cubicBezTo>
                  <a:cubicBezTo>
                    <a:pt x="33235" y="50800"/>
                    <a:pt x="30695" y="52242"/>
                    <a:pt x="29425" y="55376"/>
                  </a:cubicBezTo>
                  <a:cubicBezTo>
                    <a:pt x="28155" y="60077"/>
                    <a:pt x="28155" y="64778"/>
                    <a:pt x="26885" y="69479"/>
                  </a:cubicBezTo>
                  <a:cubicBezTo>
                    <a:pt x="25615" y="77314"/>
                    <a:pt x="23075" y="84888"/>
                    <a:pt x="21805" y="92723"/>
                  </a:cubicBezTo>
                  <a:cubicBezTo>
                    <a:pt x="16725" y="101080"/>
                    <a:pt x="23075" y="305312"/>
                    <a:pt x="25615" y="313669"/>
                  </a:cubicBezTo>
                  <a:cubicBezTo>
                    <a:pt x="25615" y="322549"/>
                    <a:pt x="25615" y="331689"/>
                    <a:pt x="26885" y="340569"/>
                  </a:cubicBezTo>
                  <a:cubicBezTo>
                    <a:pt x="26885" y="347098"/>
                    <a:pt x="29425" y="353627"/>
                    <a:pt x="29425" y="360156"/>
                  </a:cubicBezTo>
                  <a:cubicBezTo>
                    <a:pt x="29425" y="367208"/>
                    <a:pt x="29425" y="374259"/>
                    <a:pt x="28155" y="382780"/>
                  </a:cubicBezTo>
                  <a:lnTo>
                    <a:pt x="28155" y="392940"/>
                  </a:lnTo>
                  <a:cubicBezTo>
                    <a:pt x="28155" y="403100"/>
                    <a:pt x="31965" y="406910"/>
                    <a:pt x="40855" y="406910"/>
                  </a:cubicBezTo>
                  <a:cubicBezTo>
                    <a:pt x="56597" y="406910"/>
                    <a:pt x="73388" y="408180"/>
                    <a:pt x="88979" y="408180"/>
                  </a:cubicBezTo>
                  <a:cubicBezTo>
                    <a:pt x="111766" y="408180"/>
                    <a:pt x="135753" y="405640"/>
                    <a:pt x="158540" y="408180"/>
                  </a:cubicBezTo>
                  <a:cubicBezTo>
                    <a:pt x="195719" y="411990"/>
                    <a:pt x="232898" y="414530"/>
                    <a:pt x="270077" y="413260"/>
                  </a:cubicBezTo>
                  <a:cubicBezTo>
                    <a:pt x="294063" y="411990"/>
                    <a:pt x="316851" y="414530"/>
                    <a:pt x="340837" y="414530"/>
                  </a:cubicBezTo>
                  <a:cubicBezTo>
                    <a:pt x="375617" y="414530"/>
                    <a:pt x="410398" y="413260"/>
                    <a:pt x="445178" y="414530"/>
                  </a:cubicBezTo>
                  <a:cubicBezTo>
                    <a:pt x="496749" y="415800"/>
                    <a:pt x="1062830" y="405640"/>
                    <a:pt x="1115600" y="408180"/>
                  </a:cubicBezTo>
                  <a:cubicBezTo>
                    <a:pt x="1138387" y="409450"/>
                    <a:pt x="1161174" y="410720"/>
                    <a:pt x="1182762" y="410720"/>
                  </a:cubicBezTo>
                  <a:cubicBezTo>
                    <a:pt x="1222340" y="413260"/>
                    <a:pt x="1260718" y="409450"/>
                    <a:pt x="1300296" y="413260"/>
                  </a:cubicBezTo>
                  <a:cubicBezTo>
                    <a:pt x="1332677" y="415800"/>
                    <a:pt x="1365059" y="415800"/>
                    <a:pt x="1397441" y="418340"/>
                  </a:cubicBezTo>
                  <a:cubicBezTo>
                    <a:pt x="1445414" y="422150"/>
                    <a:pt x="1493387" y="424690"/>
                    <a:pt x="1541360" y="425960"/>
                  </a:cubicBezTo>
                  <a:cubicBezTo>
                    <a:pt x="1559648" y="425960"/>
                    <a:pt x="1577428" y="424690"/>
                    <a:pt x="1597748" y="4246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" name="Google Shape;178;p6"/>
          <p:cNvSpPr txBox="1"/>
          <p:nvPr/>
        </p:nvSpPr>
        <p:spPr>
          <a:xfrm>
            <a:off x="14110361" y="5617448"/>
            <a:ext cx="2181623" cy="374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2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9" u="none" cap="none" strike="noStrike">
                <a:solidFill>
                  <a:srgbClr val="00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Header</a:t>
            </a:r>
            <a:endParaRPr/>
          </a:p>
        </p:txBody>
      </p:sp>
      <p:grpSp>
        <p:nvGrpSpPr>
          <p:cNvPr id="179" name="Google Shape;179;p6"/>
          <p:cNvGrpSpPr/>
          <p:nvPr/>
        </p:nvGrpSpPr>
        <p:grpSpPr>
          <a:xfrm>
            <a:off x="10719525" y="5389911"/>
            <a:ext cx="2638372" cy="747694"/>
            <a:chOff x="-215" y="0"/>
            <a:chExt cx="1657439" cy="469705"/>
          </a:xfrm>
        </p:grpSpPr>
        <p:sp>
          <p:nvSpPr>
            <p:cNvPr id="180" name="Google Shape;180;p6"/>
            <p:cNvSpPr/>
            <p:nvPr/>
          </p:nvSpPr>
          <p:spPr>
            <a:xfrm>
              <a:off x="39984" y="45156"/>
              <a:ext cx="1617240" cy="424549"/>
            </a:xfrm>
            <a:custGeom>
              <a:rect b="b" l="l" r="r" t="t"/>
              <a:pathLst>
                <a:path extrusionOk="0" h="424549" w="1617240">
                  <a:moveTo>
                    <a:pt x="656" y="394774"/>
                  </a:moveTo>
                  <a:cubicBezTo>
                    <a:pt x="-1884" y="403664"/>
                    <a:pt x="3196" y="410014"/>
                    <a:pt x="11601" y="411284"/>
                  </a:cubicBezTo>
                  <a:cubicBezTo>
                    <a:pt x="21196" y="412554"/>
                    <a:pt x="29591" y="412554"/>
                    <a:pt x="39186" y="412554"/>
                  </a:cubicBezTo>
                  <a:cubicBezTo>
                    <a:pt x="77564" y="413824"/>
                    <a:pt x="115942" y="413824"/>
                    <a:pt x="155520" y="415094"/>
                  </a:cubicBezTo>
                  <a:cubicBezTo>
                    <a:pt x="177108" y="416364"/>
                    <a:pt x="198696" y="417634"/>
                    <a:pt x="219084" y="418904"/>
                  </a:cubicBezTo>
                  <a:cubicBezTo>
                    <a:pt x="255064" y="420174"/>
                    <a:pt x="289844" y="420174"/>
                    <a:pt x="325824" y="421444"/>
                  </a:cubicBezTo>
                  <a:cubicBezTo>
                    <a:pt x="340216" y="421444"/>
                    <a:pt x="353408" y="421444"/>
                    <a:pt x="367800" y="420174"/>
                  </a:cubicBezTo>
                  <a:cubicBezTo>
                    <a:pt x="373797" y="420174"/>
                    <a:pt x="380993" y="418904"/>
                    <a:pt x="386989" y="418904"/>
                  </a:cubicBezTo>
                  <a:cubicBezTo>
                    <a:pt x="410976" y="420174"/>
                    <a:pt x="890705" y="411284"/>
                    <a:pt x="914692" y="412554"/>
                  </a:cubicBezTo>
                  <a:cubicBezTo>
                    <a:pt x="948273" y="413824"/>
                    <a:pt x="1040621" y="413824"/>
                    <a:pt x="1074202" y="413824"/>
                  </a:cubicBezTo>
                  <a:cubicBezTo>
                    <a:pt x="1087394" y="413824"/>
                    <a:pt x="1099387" y="412554"/>
                    <a:pt x="1112580" y="412554"/>
                  </a:cubicBezTo>
                  <a:lnTo>
                    <a:pt x="1177343" y="416364"/>
                  </a:lnTo>
                  <a:cubicBezTo>
                    <a:pt x="1224117" y="418904"/>
                    <a:pt x="1269691" y="416364"/>
                    <a:pt x="1316465" y="420174"/>
                  </a:cubicBezTo>
                  <a:cubicBezTo>
                    <a:pt x="1394421" y="425254"/>
                    <a:pt x="1473576" y="418904"/>
                    <a:pt x="1553739" y="423984"/>
                  </a:cubicBezTo>
                  <a:cubicBezTo>
                    <a:pt x="1574060" y="425254"/>
                    <a:pt x="1594379" y="423984"/>
                    <a:pt x="1617239" y="423984"/>
                  </a:cubicBezTo>
                  <a:lnTo>
                    <a:pt x="1617239" y="364294"/>
                  </a:lnTo>
                  <a:cubicBezTo>
                    <a:pt x="1615969" y="328320"/>
                    <a:pt x="1614699" y="315784"/>
                    <a:pt x="1614699" y="302465"/>
                  </a:cubicBezTo>
                  <a:cubicBezTo>
                    <a:pt x="1614699" y="287056"/>
                    <a:pt x="1618510" y="271386"/>
                    <a:pt x="1612160" y="255977"/>
                  </a:cubicBezTo>
                  <a:cubicBezTo>
                    <a:pt x="1604539" y="245792"/>
                    <a:pt x="1593110" y="44955"/>
                    <a:pt x="1593110" y="34770"/>
                  </a:cubicBezTo>
                  <a:cubicBezTo>
                    <a:pt x="1590569" y="27718"/>
                    <a:pt x="1589299" y="20406"/>
                    <a:pt x="1586760" y="13354"/>
                  </a:cubicBezTo>
                  <a:cubicBezTo>
                    <a:pt x="1586760" y="11265"/>
                    <a:pt x="1585489" y="9176"/>
                    <a:pt x="1584219" y="5644"/>
                  </a:cubicBezTo>
                  <a:cubicBezTo>
                    <a:pt x="1574060" y="3104"/>
                    <a:pt x="1565169" y="1834"/>
                    <a:pt x="1555010" y="564"/>
                  </a:cubicBezTo>
                  <a:cubicBezTo>
                    <a:pt x="1547389" y="-706"/>
                    <a:pt x="1539769" y="564"/>
                    <a:pt x="1533419" y="564"/>
                  </a:cubicBezTo>
                  <a:lnTo>
                    <a:pt x="5605" y="5644"/>
                  </a:lnTo>
                  <a:lnTo>
                    <a:pt x="656" y="394774"/>
                  </a:lnTo>
                  <a:close/>
                </a:path>
              </a:pathLst>
            </a:custGeom>
            <a:solidFill>
              <a:srgbClr val="FCF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11430" y="16510"/>
              <a:ext cx="1596264" cy="415800"/>
            </a:xfrm>
            <a:custGeom>
              <a:rect b="b" l="l" r="r" t="t"/>
              <a:pathLst>
                <a:path extrusionOk="0" h="415800" w="1596264">
                  <a:moveTo>
                    <a:pt x="1596264" y="415800"/>
                  </a:moveTo>
                  <a:lnTo>
                    <a:pt x="0" y="408180"/>
                  </a:lnTo>
                  <a:lnTo>
                    <a:pt x="0" y="151167"/>
                  </a:lnTo>
                  <a:lnTo>
                    <a:pt x="7620" y="20320"/>
                  </a:lnTo>
                  <a:lnTo>
                    <a:pt x="793330" y="0"/>
                  </a:lnTo>
                  <a:lnTo>
                    <a:pt x="1574674" y="8890"/>
                  </a:lnTo>
                  <a:close/>
                </a:path>
              </a:pathLst>
            </a:custGeom>
            <a:solidFill>
              <a:srgbClr val="FEC89C"/>
            </a:solidFill>
            <a:ln>
              <a:noFill/>
            </a:ln>
          </p:spPr>
        </p:sp>
        <p:sp>
          <p:nvSpPr>
            <p:cNvPr id="182" name="Google Shape;182;p6"/>
            <p:cNvSpPr/>
            <p:nvPr/>
          </p:nvSpPr>
          <p:spPr>
            <a:xfrm>
              <a:off x="-215" y="0"/>
              <a:ext cx="1620608" cy="441765"/>
            </a:xfrm>
            <a:custGeom>
              <a:rect b="b" l="l" r="r" t="t"/>
              <a:pathLst>
                <a:path extrusionOk="0" h="441765" w="1620608">
                  <a:moveTo>
                    <a:pt x="1587588" y="21590"/>
                  </a:moveTo>
                  <a:cubicBezTo>
                    <a:pt x="1588859" y="34290"/>
                    <a:pt x="1588859" y="44450"/>
                    <a:pt x="1590128" y="52503"/>
                  </a:cubicBezTo>
                  <a:cubicBezTo>
                    <a:pt x="1592668" y="59555"/>
                    <a:pt x="1593938" y="66867"/>
                    <a:pt x="1596478" y="73919"/>
                  </a:cubicBezTo>
                  <a:cubicBezTo>
                    <a:pt x="1596478" y="84104"/>
                    <a:pt x="1609178" y="284941"/>
                    <a:pt x="1615528" y="295126"/>
                  </a:cubicBezTo>
                  <a:cubicBezTo>
                    <a:pt x="1621878" y="310535"/>
                    <a:pt x="1618068" y="326205"/>
                    <a:pt x="1618068" y="341614"/>
                  </a:cubicBezTo>
                  <a:cubicBezTo>
                    <a:pt x="1618068" y="355194"/>
                    <a:pt x="1619338" y="367730"/>
                    <a:pt x="1620609" y="381510"/>
                  </a:cubicBezTo>
                  <a:lnTo>
                    <a:pt x="1620609" y="441200"/>
                  </a:lnTo>
                  <a:cubicBezTo>
                    <a:pt x="1597748" y="441200"/>
                    <a:pt x="1577428" y="442470"/>
                    <a:pt x="1557109" y="441200"/>
                  </a:cubicBezTo>
                  <a:cubicBezTo>
                    <a:pt x="1478995" y="436120"/>
                    <a:pt x="1399840" y="442470"/>
                    <a:pt x="1321884" y="437390"/>
                  </a:cubicBezTo>
                  <a:cubicBezTo>
                    <a:pt x="1275110" y="433580"/>
                    <a:pt x="1229536" y="436120"/>
                    <a:pt x="1182762" y="433580"/>
                  </a:cubicBezTo>
                  <a:lnTo>
                    <a:pt x="1117999" y="429770"/>
                  </a:lnTo>
                  <a:cubicBezTo>
                    <a:pt x="1104806" y="429770"/>
                    <a:pt x="1092813" y="431040"/>
                    <a:pt x="1079620" y="431040"/>
                  </a:cubicBezTo>
                  <a:cubicBezTo>
                    <a:pt x="1046039" y="429770"/>
                    <a:pt x="953691" y="431040"/>
                    <a:pt x="920110" y="429770"/>
                  </a:cubicBezTo>
                  <a:cubicBezTo>
                    <a:pt x="896124" y="428500"/>
                    <a:pt x="416394" y="437390"/>
                    <a:pt x="392408" y="436120"/>
                  </a:cubicBezTo>
                  <a:cubicBezTo>
                    <a:pt x="386411" y="436120"/>
                    <a:pt x="379215" y="437390"/>
                    <a:pt x="373219" y="437390"/>
                  </a:cubicBezTo>
                  <a:cubicBezTo>
                    <a:pt x="358827" y="437390"/>
                    <a:pt x="345634" y="438660"/>
                    <a:pt x="331242" y="438660"/>
                  </a:cubicBezTo>
                  <a:cubicBezTo>
                    <a:pt x="295263" y="438660"/>
                    <a:pt x="260482" y="437390"/>
                    <a:pt x="224503" y="436120"/>
                  </a:cubicBezTo>
                  <a:cubicBezTo>
                    <a:pt x="202915" y="434850"/>
                    <a:pt x="181327" y="433580"/>
                    <a:pt x="160939" y="432310"/>
                  </a:cubicBezTo>
                  <a:cubicBezTo>
                    <a:pt x="122560" y="431040"/>
                    <a:pt x="84182" y="429770"/>
                    <a:pt x="44604" y="429770"/>
                  </a:cubicBezTo>
                  <a:cubicBezTo>
                    <a:pt x="34505" y="429770"/>
                    <a:pt x="25615" y="429770"/>
                    <a:pt x="15455" y="428500"/>
                  </a:cubicBezTo>
                  <a:cubicBezTo>
                    <a:pt x="6565" y="427230"/>
                    <a:pt x="1485" y="420880"/>
                    <a:pt x="4025" y="411990"/>
                  </a:cubicBezTo>
                  <a:cubicBezTo>
                    <a:pt x="12915" y="380789"/>
                    <a:pt x="9105" y="374259"/>
                    <a:pt x="7835" y="367469"/>
                  </a:cubicBezTo>
                  <a:cubicBezTo>
                    <a:pt x="6565" y="353627"/>
                    <a:pt x="2755" y="340047"/>
                    <a:pt x="4025" y="326205"/>
                  </a:cubicBezTo>
                  <a:cubicBezTo>
                    <a:pt x="1485" y="308968"/>
                    <a:pt x="-3595" y="95596"/>
                    <a:pt x="4025" y="78098"/>
                  </a:cubicBezTo>
                  <a:cubicBezTo>
                    <a:pt x="5295" y="74702"/>
                    <a:pt x="4025" y="71046"/>
                    <a:pt x="5295" y="67651"/>
                  </a:cubicBezTo>
                  <a:cubicBezTo>
                    <a:pt x="6565" y="62166"/>
                    <a:pt x="9105" y="5616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199" y="30480"/>
                    <a:pt x="73388" y="29210"/>
                  </a:cubicBezTo>
                  <a:cubicBezTo>
                    <a:pt x="105770" y="25400"/>
                    <a:pt x="138151" y="22860"/>
                    <a:pt x="171732" y="20320"/>
                  </a:cubicBezTo>
                  <a:cubicBezTo>
                    <a:pt x="194520" y="17780"/>
                    <a:pt x="217307" y="16510"/>
                    <a:pt x="238895" y="13970"/>
                  </a:cubicBezTo>
                  <a:cubicBezTo>
                    <a:pt x="260482" y="11430"/>
                    <a:pt x="283270" y="8890"/>
                    <a:pt x="304857" y="8890"/>
                  </a:cubicBezTo>
                  <a:cubicBezTo>
                    <a:pt x="328844" y="7620"/>
                    <a:pt x="352830" y="10160"/>
                    <a:pt x="376817" y="8890"/>
                  </a:cubicBezTo>
                  <a:cubicBezTo>
                    <a:pt x="406800" y="8890"/>
                    <a:pt x="950093" y="6350"/>
                    <a:pt x="980076" y="5080"/>
                  </a:cubicBezTo>
                  <a:cubicBezTo>
                    <a:pt x="1008860" y="3810"/>
                    <a:pt x="1037644" y="2540"/>
                    <a:pt x="1067627" y="2540"/>
                  </a:cubicBezTo>
                  <a:cubicBezTo>
                    <a:pt x="1116799" y="1270"/>
                    <a:pt x="1164772" y="0"/>
                    <a:pt x="1213945" y="0"/>
                  </a:cubicBezTo>
                  <a:cubicBezTo>
                    <a:pt x="1234333" y="0"/>
                    <a:pt x="1255921" y="2540"/>
                    <a:pt x="1276309" y="2540"/>
                  </a:cubicBezTo>
                  <a:cubicBezTo>
                    <a:pt x="1332677" y="3810"/>
                    <a:pt x="1390245" y="5080"/>
                    <a:pt x="1446613" y="7620"/>
                  </a:cubicBezTo>
                  <a:cubicBezTo>
                    <a:pt x="1476596" y="8890"/>
                    <a:pt x="1506579" y="12700"/>
                    <a:pt x="1536563" y="16510"/>
                  </a:cubicBezTo>
                  <a:lnTo>
                    <a:pt x="1557109" y="16510"/>
                  </a:lnTo>
                  <a:cubicBezTo>
                    <a:pt x="1568538" y="17780"/>
                    <a:pt x="1577428" y="20320"/>
                    <a:pt x="1587588" y="21590"/>
                  </a:cubicBezTo>
                  <a:close/>
                  <a:moveTo>
                    <a:pt x="1597748" y="424690"/>
                  </a:moveTo>
                  <a:cubicBezTo>
                    <a:pt x="1599018" y="408180"/>
                    <a:pt x="1600288" y="395480"/>
                    <a:pt x="1600288" y="382780"/>
                  </a:cubicBezTo>
                  <a:cubicBezTo>
                    <a:pt x="1599018" y="366424"/>
                    <a:pt x="1597748" y="352583"/>
                    <a:pt x="1597748" y="337696"/>
                  </a:cubicBezTo>
                  <a:cubicBezTo>
                    <a:pt x="1597748" y="330906"/>
                    <a:pt x="1600288" y="324116"/>
                    <a:pt x="1599018" y="317325"/>
                  </a:cubicBezTo>
                  <a:cubicBezTo>
                    <a:pt x="1599018" y="311057"/>
                    <a:pt x="1597748" y="304528"/>
                    <a:pt x="1596478" y="298260"/>
                  </a:cubicBezTo>
                  <a:cubicBezTo>
                    <a:pt x="1591398" y="288597"/>
                    <a:pt x="1579968" y="88544"/>
                    <a:pt x="1579968" y="78881"/>
                  </a:cubicBezTo>
                  <a:cubicBezTo>
                    <a:pt x="1577428" y="70785"/>
                    <a:pt x="1574888" y="62428"/>
                    <a:pt x="1572348" y="54332"/>
                  </a:cubicBezTo>
                  <a:cubicBezTo>
                    <a:pt x="1571078" y="44450"/>
                    <a:pt x="1569809" y="43180"/>
                    <a:pt x="1553353" y="41910"/>
                  </a:cubicBezTo>
                  <a:cubicBezTo>
                    <a:pt x="1549755" y="41910"/>
                    <a:pt x="1547356" y="41910"/>
                    <a:pt x="1543758" y="40640"/>
                  </a:cubicBezTo>
                  <a:cubicBezTo>
                    <a:pt x="1513775" y="36830"/>
                    <a:pt x="1482593" y="31750"/>
                    <a:pt x="1452610" y="30480"/>
                  </a:cubicBezTo>
                  <a:cubicBezTo>
                    <a:pt x="1379451" y="26670"/>
                    <a:pt x="1305093" y="25400"/>
                    <a:pt x="1231934" y="22860"/>
                  </a:cubicBezTo>
                  <a:lnTo>
                    <a:pt x="1145583" y="22860"/>
                  </a:lnTo>
                  <a:cubicBezTo>
                    <a:pt x="1107205" y="22860"/>
                    <a:pt x="1068826" y="22860"/>
                    <a:pt x="1031647" y="24130"/>
                  </a:cubicBezTo>
                  <a:cubicBezTo>
                    <a:pt x="999266" y="25400"/>
                    <a:pt x="453573" y="29210"/>
                    <a:pt x="421192" y="29210"/>
                  </a:cubicBezTo>
                  <a:cubicBezTo>
                    <a:pt x="368421" y="29210"/>
                    <a:pt x="315651" y="26670"/>
                    <a:pt x="262881" y="33020"/>
                  </a:cubicBezTo>
                  <a:cubicBezTo>
                    <a:pt x="235297" y="36830"/>
                    <a:pt x="208911" y="36830"/>
                    <a:pt x="182526" y="38100"/>
                  </a:cubicBezTo>
                  <a:cubicBezTo>
                    <a:pt x="136952" y="41910"/>
                    <a:pt x="91378" y="45720"/>
                    <a:pt x="45804" y="50800"/>
                  </a:cubicBezTo>
                  <a:cubicBezTo>
                    <a:pt x="33235" y="50800"/>
                    <a:pt x="30695" y="52242"/>
                    <a:pt x="29425" y="55376"/>
                  </a:cubicBezTo>
                  <a:cubicBezTo>
                    <a:pt x="28155" y="60077"/>
                    <a:pt x="28155" y="64778"/>
                    <a:pt x="26885" y="69479"/>
                  </a:cubicBezTo>
                  <a:cubicBezTo>
                    <a:pt x="25615" y="77314"/>
                    <a:pt x="23075" y="84888"/>
                    <a:pt x="21805" y="92723"/>
                  </a:cubicBezTo>
                  <a:cubicBezTo>
                    <a:pt x="16725" y="101080"/>
                    <a:pt x="23075" y="305312"/>
                    <a:pt x="25615" y="313669"/>
                  </a:cubicBezTo>
                  <a:cubicBezTo>
                    <a:pt x="25615" y="322549"/>
                    <a:pt x="25615" y="331689"/>
                    <a:pt x="26885" y="340569"/>
                  </a:cubicBezTo>
                  <a:cubicBezTo>
                    <a:pt x="26885" y="347098"/>
                    <a:pt x="29425" y="353627"/>
                    <a:pt x="29425" y="360156"/>
                  </a:cubicBezTo>
                  <a:cubicBezTo>
                    <a:pt x="29425" y="367208"/>
                    <a:pt x="29425" y="374259"/>
                    <a:pt x="28155" y="382780"/>
                  </a:cubicBezTo>
                  <a:lnTo>
                    <a:pt x="28155" y="392940"/>
                  </a:lnTo>
                  <a:cubicBezTo>
                    <a:pt x="28155" y="403100"/>
                    <a:pt x="31965" y="406910"/>
                    <a:pt x="40855" y="406910"/>
                  </a:cubicBezTo>
                  <a:cubicBezTo>
                    <a:pt x="56597" y="406910"/>
                    <a:pt x="73388" y="408180"/>
                    <a:pt x="88979" y="408180"/>
                  </a:cubicBezTo>
                  <a:cubicBezTo>
                    <a:pt x="111766" y="408180"/>
                    <a:pt x="135753" y="405640"/>
                    <a:pt x="158540" y="408180"/>
                  </a:cubicBezTo>
                  <a:cubicBezTo>
                    <a:pt x="195719" y="411990"/>
                    <a:pt x="232898" y="414530"/>
                    <a:pt x="270077" y="413260"/>
                  </a:cubicBezTo>
                  <a:cubicBezTo>
                    <a:pt x="294063" y="411990"/>
                    <a:pt x="316851" y="414530"/>
                    <a:pt x="340837" y="414530"/>
                  </a:cubicBezTo>
                  <a:cubicBezTo>
                    <a:pt x="375617" y="414530"/>
                    <a:pt x="410398" y="413260"/>
                    <a:pt x="445178" y="414530"/>
                  </a:cubicBezTo>
                  <a:cubicBezTo>
                    <a:pt x="496749" y="415800"/>
                    <a:pt x="1062830" y="405640"/>
                    <a:pt x="1115600" y="408180"/>
                  </a:cubicBezTo>
                  <a:cubicBezTo>
                    <a:pt x="1138387" y="409450"/>
                    <a:pt x="1161174" y="410720"/>
                    <a:pt x="1182762" y="410720"/>
                  </a:cubicBezTo>
                  <a:cubicBezTo>
                    <a:pt x="1222340" y="413260"/>
                    <a:pt x="1260718" y="409450"/>
                    <a:pt x="1300296" y="413260"/>
                  </a:cubicBezTo>
                  <a:cubicBezTo>
                    <a:pt x="1332677" y="415800"/>
                    <a:pt x="1365059" y="415800"/>
                    <a:pt x="1397441" y="418340"/>
                  </a:cubicBezTo>
                  <a:cubicBezTo>
                    <a:pt x="1445414" y="422150"/>
                    <a:pt x="1493387" y="424690"/>
                    <a:pt x="1541360" y="425960"/>
                  </a:cubicBezTo>
                  <a:cubicBezTo>
                    <a:pt x="1559648" y="425960"/>
                    <a:pt x="1577428" y="424690"/>
                    <a:pt x="1597748" y="4246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6"/>
          <p:cNvSpPr txBox="1"/>
          <p:nvPr/>
        </p:nvSpPr>
        <p:spPr>
          <a:xfrm>
            <a:off x="10948069" y="5617448"/>
            <a:ext cx="2181623" cy="37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2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9" u="none" cap="none" strike="noStrike">
                <a:solidFill>
                  <a:srgbClr val="00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Value</a:t>
            </a:r>
            <a:endParaRPr/>
          </a:p>
        </p:txBody>
      </p:sp>
      <p:grpSp>
        <p:nvGrpSpPr>
          <p:cNvPr id="184" name="Google Shape;184;p6"/>
          <p:cNvGrpSpPr/>
          <p:nvPr/>
        </p:nvGrpSpPr>
        <p:grpSpPr>
          <a:xfrm>
            <a:off x="6674521" y="3089829"/>
            <a:ext cx="4273548" cy="1072096"/>
            <a:chOff x="-215" y="0"/>
            <a:chExt cx="3173155" cy="796043"/>
          </a:xfrm>
        </p:grpSpPr>
        <p:sp>
          <p:nvSpPr>
            <p:cNvPr id="185" name="Google Shape;185;p6"/>
            <p:cNvSpPr/>
            <p:nvPr/>
          </p:nvSpPr>
          <p:spPr>
            <a:xfrm>
              <a:off x="40022" y="45156"/>
              <a:ext cx="3132918" cy="750887"/>
            </a:xfrm>
            <a:custGeom>
              <a:rect b="b" l="l" r="r" t="t"/>
              <a:pathLst>
                <a:path extrusionOk="0" h="750887" w="3132918">
                  <a:moveTo>
                    <a:pt x="618" y="721113"/>
                  </a:moveTo>
                  <a:cubicBezTo>
                    <a:pt x="-1922" y="730003"/>
                    <a:pt x="3158" y="736353"/>
                    <a:pt x="19818" y="737623"/>
                  </a:cubicBezTo>
                  <a:cubicBezTo>
                    <a:pt x="39039" y="738893"/>
                    <a:pt x="55858" y="738893"/>
                    <a:pt x="75079" y="738893"/>
                  </a:cubicBezTo>
                  <a:cubicBezTo>
                    <a:pt x="151963" y="740163"/>
                    <a:pt x="228847" y="740163"/>
                    <a:pt x="308133" y="741433"/>
                  </a:cubicBezTo>
                  <a:cubicBezTo>
                    <a:pt x="351381" y="742703"/>
                    <a:pt x="394628" y="743973"/>
                    <a:pt x="435472" y="745243"/>
                  </a:cubicBezTo>
                  <a:cubicBezTo>
                    <a:pt x="507551" y="746513"/>
                    <a:pt x="577227" y="746513"/>
                    <a:pt x="649306" y="747783"/>
                  </a:cubicBezTo>
                  <a:cubicBezTo>
                    <a:pt x="678138" y="747783"/>
                    <a:pt x="704566" y="747783"/>
                    <a:pt x="733398" y="746513"/>
                  </a:cubicBezTo>
                  <a:cubicBezTo>
                    <a:pt x="745411" y="746513"/>
                    <a:pt x="759827" y="745243"/>
                    <a:pt x="771840" y="745243"/>
                  </a:cubicBezTo>
                  <a:cubicBezTo>
                    <a:pt x="819892" y="746513"/>
                    <a:pt x="1780942" y="737623"/>
                    <a:pt x="1828995" y="738893"/>
                  </a:cubicBezTo>
                  <a:cubicBezTo>
                    <a:pt x="1896268" y="740163"/>
                    <a:pt x="2081270" y="740163"/>
                    <a:pt x="2148544" y="740163"/>
                  </a:cubicBezTo>
                  <a:cubicBezTo>
                    <a:pt x="2174973" y="740163"/>
                    <a:pt x="2198999" y="738893"/>
                    <a:pt x="2225428" y="738893"/>
                  </a:cubicBezTo>
                  <a:lnTo>
                    <a:pt x="2355170" y="742703"/>
                  </a:lnTo>
                  <a:cubicBezTo>
                    <a:pt x="2448872" y="745243"/>
                    <a:pt x="2540172" y="742703"/>
                    <a:pt x="2633874" y="746513"/>
                  </a:cubicBezTo>
                  <a:cubicBezTo>
                    <a:pt x="2790045" y="751593"/>
                    <a:pt x="2948618" y="745243"/>
                    <a:pt x="3069418" y="750323"/>
                  </a:cubicBezTo>
                  <a:cubicBezTo>
                    <a:pt x="3089738" y="751593"/>
                    <a:pt x="3110058" y="750323"/>
                    <a:pt x="3132918" y="750323"/>
                  </a:cubicBezTo>
                  <a:lnTo>
                    <a:pt x="3132918" y="690633"/>
                  </a:lnTo>
                  <a:cubicBezTo>
                    <a:pt x="3131648" y="647264"/>
                    <a:pt x="3130378" y="622292"/>
                    <a:pt x="3130378" y="595760"/>
                  </a:cubicBezTo>
                  <a:cubicBezTo>
                    <a:pt x="3130378" y="565066"/>
                    <a:pt x="3134188" y="533851"/>
                    <a:pt x="3127838" y="503157"/>
                  </a:cubicBezTo>
                  <a:cubicBezTo>
                    <a:pt x="3120218" y="482868"/>
                    <a:pt x="3108788" y="82803"/>
                    <a:pt x="3108788" y="62514"/>
                  </a:cubicBezTo>
                  <a:cubicBezTo>
                    <a:pt x="3106248" y="48467"/>
                    <a:pt x="3104978" y="33900"/>
                    <a:pt x="3102438" y="19854"/>
                  </a:cubicBezTo>
                  <a:cubicBezTo>
                    <a:pt x="3102438" y="15692"/>
                    <a:pt x="3101168" y="11530"/>
                    <a:pt x="3099898" y="5644"/>
                  </a:cubicBezTo>
                  <a:cubicBezTo>
                    <a:pt x="3089738" y="3104"/>
                    <a:pt x="3080848" y="1834"/>
                    <a:pt x="3070688" y="564"/>
                  </a:cubicBezTo>
                  <a:cubicBezTo>
                    <a:pt x="3063068" y="-706"/>
                    <a:pt x="3055448" y="564"/>
                    <a:pt x="3049098" y="564"/>
                  </a:cubicBezTo>
                  <a:lnTo>
                    <a:pt x="7805" y="5644"/>
                  </a:lnTo>
                  <a:lnTo>
                    <a:pt x="618" y="721113"/>
                  </a:lnTo>
                  <a:close/>
                </a:path>
              </a:pathLst>
            </a:custGeom>
            <a:solidFill>
              <a:srgbClr val="FCF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11430" y="16510"/>
              <a:ext cx="3111980" cy="742139"/>
            </a:xfrm>
            <a:custGeom>
              <a:rect b="b" l="l" r="r" t="t"/>
              <a:pathLst>
                <a:path extrusionOk="0" h="742139" w="3111980">
                  <a:moveTo>
                    <a:pt x="3111980" y="742139"/>
                  </a:moveTo>
                  <a:lnTo>
                    <a:pt x="0" y="734519"/>
                  </a:lnTo>
                  <a:lnTo>
                    <a:pt x="0" y="265960"/>
                  </a:lnTo>
                  <a:lnTo>
                    <a:pt x="7620" y="20320"/>
                  </a:lnTo>
                  <a:lnTo>
                    <a:pt x="1557259" y="0"/>
                  </a:lnTo>
                  <a:lnTo>
                    <a:pt x="3090390" y="8890"/>
                  </a:lnTo>
                  <a:close/>
                </a:path>
              </a:pathLst>
            </a:custGeom>
            <a:solidFill>
              <a:srgbClr val="FEFA9C"/>
            </a:solidFill>
            <a:ln>
              <a:noFill/>
            </a:ln>
          </p:spPr>
        </p:sp>
        <p:sp>
          <p:nvSpPr>
            <p:cNvPr id="187" name="Google Shape;187;p6"/>
            <p:cNvSpPr/>
            <p:nvPr/>
          </p:nvSpPr>
          <p:spPr>
            <a:xfrm>
              <a:off x="-215" y="0"/>
              <a:ext cx="3136325" cy="768103"/>
            </a:xfrm>
            <a:custGeom>
              <a:rect b="b" l="l" r="r" t="t"/>
              <a:pathLst>
                <a:path extrusionOk="0" h="768103" w="3136325">
                  <a:moveTo>
                    <a:pt x="3103305" y="21590"/>
                  </a:moveTo>
                  <a:cubicBezTo>
                    <a:pt x="3104575" y="34290"/>
                    <a:pt x="3104575" y="44450"/>
                    <a:pt x="3105845" y="53044"/>
                  </a:cubicBezTo>
                  <a:cubicBezTo>
                    <a:pt x="3108385" y="67091"/>
                    <a:pt x="3109655" y="81658"/>
                    <a:pt x="3112195" y="95704"/>
                  </a:cubicBezTo>
                  <a:cubicBezTo>
                    <a:pt x="3112195" y="115993"/>
                    <a:pt x="3124895" y="516058"/>
                    <a:pt x="3131245" y="536347"/>
                  </a:cubicBezTo>
                  <a:cubicBezTo>
                    <a:pt x="3137595" y="567042"/>
                    <a:pt x="3133785" y="598256"/>
                    <a:pt x="3133785" y="628950"/>
                  </a:cubicBezTo>
                  <a:cubicBezTo>
                    <a:pt x="3133785" y="656003"/>
                    <a:pt x="3135055" y="680974"/>
                    <a:pt x="3136325" y="707849"/>
                  </a:cubicBezTo>
                  <a:lnTo>
                    <a:pt x="3136325" y="767539"/>
                  </a:lnTo>
                  <a:cubicBezTo>
                    <a:pt x="3113465" y="767539"/>
                    <a:pt x="3093145" y="768809"/>
                    <a:pt x="3072825" y="767539"/>
                  </a:cubicBezTo>
                  <a:cubicBezTo>
                    <a:pt x="2919179" y="762459"/>
                    <a:pt x="2760606" y="768809"/>
                    <a:pt x="2604435" y="763729"/>
                  </a:cubicBezTo>
                  <a:cubicBezTo>
                    <a:pt x="2510732" y="759919"/>
                    <a:pt x="2419433" y="762459"/>
                    <a:pt x="2325731" y="759919"/>
                  </a:cubicBezTo>
                  <a:lnTo>
                    <a:pt x="2195989" y="756109"/>
                  </a:lnTo>
                  <a:cubicBezTo>
                    <a:pt x="2169560" y="756109"/>
                    <a:pt x="2145534" y="757379"/>
                    <a:pt x="2119105" y="757379"/>
                  </a:cubicBezTo>
                  <a:cubicBezTo>
                    <a:pt x="2051831" y="756109"/>
                    <a:pt x="1866829" y="757379"/>
                    <a:pt x="1799556" y="756109"/>
                  </a:cubicBezTo>
                  <a:cubicBezTo>
                    <a:pt x="1751503" y="754839"/>
                    <a:pt x="790453" y="763729"/>
                    <a:pt x="742401" y="762459"/>
                  </a:cubicBezTo>
                  <a:cubicBezTo>
                    <a:pt x="730388" y="762459"/>
                    <a:pt x="715972" y="763729"/>
                    <a:pt x="703959" y="763729"/>
                  </a:cubicBezTo>
                  <a:cubicBezTo>
                    <a:pt x="675127" y="763729"/>
                    <a:pt x="648698" y="764999"/>
                    <a:pt x="619867" y="764999"/>
                  </a:cubicBezTo>
                  <a:cubicBezTo>
                    <a:pt x="547788" y="764999"/>
                    <a:pt x="478112" y="763729"/>
                    <a:pt x="406033" y="762459"/>
                  </a:cubicBezTo>
                  <a:cubicBezTo>
                    <a:pt x="362786" y="761189"/>
                    <a:pt x="319539" y="759919"/>
                    <a:pt x="278694" y="758649"/>
                  </a:cubicBezTo>
                  <a:cubicBezTo>
                    <a:pt x="201810" y="757379"/>
                    <a:pt x="124926" y="756109"/>
                    <a:pt x="45640" y="756109"/>
                  </a:cubicBezTo>
                  <a:cubicBezTo>
                    <a:pt x="34505" y="756109"/>
                    <a:pt x="25615" y="756109"/>
                    <a:pt x="15455" y="754839"/>
                  </a:cubicBezTo>
                  <a:cubicBezTo>
                    <a:pt x="6565" y="753569"/>
                    <a:pt x="1485" y="747219"/>
                    <a:pt x="4025" y="738329"/>
                  </a:cubicBezTo>
                  <a:cubicBezTo>
                    <a:pt x="12915" y="706986"/>
                    <a:pt x="9105" y="693980"/>
                    <a:pt x="7835" y="680454"/>
                  </a:cubicBezTo>
                  <a:cubicBezTo>
                    <a:pt x="6565" y="652881"/>
                    <a:pt x="2755" y="625829"/>
                    <a:pt x="4025" y="598256"/>
                  </a:cubicBezTo>
                  <a:cubicBezTo>
                    <a:pt x="1485" y="563920"/>
                    <a:pt x="-3595" y="138884"/>
                    <a:pt x="4025" y="104028"/>
                  </a:cubicBezTo>
                  <a:cubicBezTo>
                    <a:pt x="5295" y="97265"/>
                    <a:pt x="4025" y="89981"/>
                    <a:pt x="5295" y="83218"/>
                  </a:cubicBezTo>
                  <a:cubicBezTo>
                    <a:pt x="6565" y="72293"/>
                    <a:pt x="9105" y="60328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4861" y="30480"/>
                    <a:pt x="103303" y="29210"/>
                  </a:cubicBezTo>
                  <a:cubicBezTo>
                    <a:pt x="168173" y="25400"/>
                    <a:pt x="233044" y="22860"/>
                    <a:pt x="300318" y="20320"/>
                  </a:cubicBezTo>
                  <a:cubicBezTo>
                    <a:pt x="345968" y="17780"/>
                    <a:pt x="391618" y="16510"/>
                    <a:pt x="434865" y="13970"/>
                  </a:cubicBezTo>
                  <a:cubicBezTo>
                    <a:pt x="478112" y="11430"/>
                    <a:pt x="523762" y="8890"/>
                    <a:pt x="567009" y="8890"/>
                  </a:cubicBezTo>
                  <a:cubicBezTo>
                    <a:pt x="615062" y="7620"/>
                    <a:pt x="663114" y="10160"/>
                    <a:pt x="711167" y="8890"/>
                  </a:cubicBezTo>
                  <a:cubicBezTo>
                    <a:pt x="771232" y="8890"/>
                    <a:pt x="1859621" y="6350"/>
                    <a:pt x="1919687" y="5080"/>
                  </a:cubicBezTo>
                  <a:cubicBezTo>
                    <a:pt x="1977350" y="3810"/>
                    <a:pt x="2035013" y="2540"/>
                    <a:pt x="2095079" y="2540"/>
                  </a:cubicBezTo>
                  <a:cubicBezTo>
                    <a:pt x="2193586" y="1270"/>
                    <a:pt x="2289691" y="0"/>
                    <a:pt x="2388199" y="0"/>
                  </a:cubicBezTo>
                  <a:cubicBezTo>
                    <a:pt x="2429043" y="0"/>
                    <a:pt x="2472291" y="2540"/>
                    <a:pt x="2513135" y="2540"/>
                  </a:cubicBezTo>
                  <a:cubicBezTo>
                    <a:pt x="2626059" y="3810"/>
                    <a:pt x="2741385" y="5080"/>
                    <a:pt x="2854308" y="7620"/>
                  </a:cubicBezTo>
                  <a:cubicBezTo>
                    <a:pt x="2914374" y="8890"/>
                    <a:pt x="2974439" y="12700"/>
                    <a:pt x="3034505" y="16510"/>
                  </a:cubicBezTo>
                  <a:lnTo>
                    <a:pt x="3072825" y="16510"/>
                  </a:lnTo>
                  <a:cubicBezTo>
                    <a:pt x="3084255" y="17780"/>
                    <a:pt x="3093145" y="20320"/>
                    <a:pt x="3103305" y="21590"/>
                  </a:cubicBezTo>
                  <a:close/>
                  <a:moveTo>
                    <a:pt x="3113465" y="751029"/>
                  </a:moveTo>
                  <a:cubicBezTo>
                    <a:pt x="3114735" y="734519"/>
                    <a:pt x="3116005" y="721819"/>
                    <a:pt x="3116005" y="709119"/>
                  </a:cubicBezTo>
                  <a:cubicBezTo>
                    <a:pt x="3114735" y="678373"/>
                    <a:pt x="3113465" y="650800"/>
                    <a:pt x="3113465" y="621147"/>
                  </a:cubicBezTo>
                  <a:cubicBezTo>
                    <a:pt x="3113465" y="607620"/>
                    <a:pt x="3116005" y="594094"/>
                    <a:pt x="3114735" y="580568"/>
                  </a:cubicBezTo>
                  <a:cubicBezTo>
                    <a:pt x="3114735" y="568082"/>
                    <a:pt x="3113465" y="555076"/>
                    <a:pt x="3112195" y="542590"/>
                  </a:cubicBezTo>
                  <a:cubicBezTo>
                    <a:pt x="3107115" y="523341"/>
                    <a:pt x="3095685" y="124837"/>
                    <a:pt x="3095685" y="105589"/>
                  </a:cubicBezTo>
                  <a:cubicBezTo>
                    <a:pt x="3093145" y="89461"/>
                    <a:pt x="3090605" y="72813"/>
                    <a:pt x="3088065" y="56686"/>
                  </a:cubicBezTo>
                  <a:cubicBezTo>
                    <a:pt x="3086795" y="44450"/>
                    <a:pt x="3085525" y="43180"/>
                    <a:pt x="3068142" y="41910"/>
                  </a:cubicBezTo>
                  <a:cubicBezTo>
                    <a:pt x="3060934" y="41910"/>
                    <a:pt x="3056128" y="41910"/>
                    <a:pt x="3048921" y="40640"/>
                  </a:cubicBezTo>
                  <a:cubicBezTo>
                    <a:pt x="2988855" y="36830"/>
                    <a:pt x="2926387" y="31750"/>
                    <a:pt x="2866321" y="30480"/>
                  </a:cubicBezTo>
                  <a:cubicBezTo>
                    <a:pt x="2719761" y="26670"/>
                    <a:pt x="2570798" y="25400"/>
                    <a:pt x="2424238" y="22860"/>
                  </a:cubicBezTo>
                  <a:lnTo>
                    <a:pt x="2251249" y="22860"/>
                  </a:lnTo>
                  <a:cubicBezTo>
                    <a:pt x="2174365" y="22860"/>
                    <a:pt x="2097481" y="22860"/>
                    <a:pt x="2023000" y="24130"/>
                  </a:cubicBezTo>
                  <a:cubicBezTo>
                    <a:pt x="1958129" y="25400"/>
                    <a:pt x="864935" y="29210"/>
                    <a:pt x="800064" y="29210"/>
                  </a:cubicBezTo>
                  <a:cubicBezTo>
                    <a:pt x="694348" y="29210"/>
                    <a:pt x="588633" y="26670"/>
                    <a:pt x="482917" y="33020"/>
                  </a:cubicBezTo>
                  <a:cubicBezTo>
                    <a:pt x="427657" y="36830"/>
                    <a:pt x="374799" y="36830"/>
                    <a:pt x="321941" y="38100"/>
                  </a:cubicBezTo>
                  <a:cubicBezTo>
                    <a:pt x="230642" y="41910"/>
                    <a:pt x="139342" y="45720"/>
                    <a:pt x="48042" y="50800"/>
                  </a:cubicBezTo>
                  <a:cubicBezTo>
                    <a:pt x="33235" y="50800"/>
                    <a:pt x="30695" y="52524"/>
                    <a:pt x="29425" y="58767"/>
                  </a:cubicBezTo>
                  <a:cubicBezTo>
                    <a:pt x="28155" y="68131"/>
                    <a:pt x="28155" y="77496"/>
                    <a:pt x="26885" y="86860"/>
                  </a:cubicBezTo>
                  <a:cubicBezTo>
                    <a:pt x="25615" y="102467"/>
                    <a:pt x="23075" y="117554"/>
                    <a:pt x="21805" y="133161"/>
                  </a:cubicBezTo>
                  <a:cubicBezTo>
                    <a:pt x="16725" y="149809"/>
                    <a:pt x="23075" y="556637"/>
                    <a:pt x="25615" y="573285"/>
                  </a:cubicBezTo>
                  <a:cubicBezTo>
                    <a:pt x="25615" y="590973"/>
                    <a:pt x="25615" y="609181"/>
                    <a:pt x="26885" y="626869"/>
                  </a:cubicBezTo>
                  <a:cubicBezTo>
                    <a:pt x="26885" y="639875"/>
                    <a:pt x="29425" y="652881"/>
                    <a:pt x="29425" y="665887"/>
                  </a:cubicBezTo>
                  <a:cubicBezTo>
                    <a:pt x="29425" y="679934"/>
                    <a:pt x="29425" y="693980"/>
                    <a:pt x="28155" y="709119"/>
                  </a:cubicBezTo>
                  <a:lnTo>
                    <a:pt x="28155" y="719279"/>
                  </a:lnTo>
                  <a:cubicBezTo>
                    <a:pt x="28155" y="729439"/>
                    <a:pt x="31965" y="733249"/>
                    <a:pt x="40855" y="733249"/>
                  </a:cubicBezTo>
                  <a:cubicBezTo>
                    <a:pt x="69666" y="733249"/>
                    <a:pt x="103303" y="734519"/>
                    <a:pt x="134537" y="734519"/>
                  </a:cubicBezTo>
                  <a:cubicBezTo>
                    <a:pt x="180187" y="734519"/>
                    <a:pt x="228239" y="731979"/>
                    <a:pt x="273889" y="734519"/>
                  </a:cubicBezTo>
                  <a:cubicBezTo>
                    <a:pt x="348370" y="738329"/>
                    <a:pt x="422852" y="740869"/>
                    <a:pt x="497333" y="739599"/>
                  </a:cubicBezTo>
                  <a:cubicBezTo>
                    <a:pt x="545386" y="738329"/>
                    <a:pt x="591035" y="740869"/>
                    <a:pt x="639088" y="740869"/>
                  </a:cubicBezTo>
                  <a:cubicBezTo>
                    <a:pt x="708764" y="740869"/>
                    <a:pt x="778440" y="739599"/>
                    <a:pt x="848116" y="740869"/>
                  </a:cubicBezTo>
                  <a:cubicBezTo>
                    <a:pt x="951429" y="742139"/>
                    <a:pt x="2085468" y="731979"/>
                    <a:pt x="2191184" y="734519"/>
                  </a:cubicBezTo>
                  <a:cubicBezTo>
                    <a:pt x="2236834" y="735789"/>
                    <a:pt x="2282483" y="737059"/>
                    <a:pt x="2325731" y="737059"/>
                  </a:cubicBezTo>
                  <a:cubicBezTo>
                    <a:pt x="2405017" y="739599"/>
                    <a:pt x="2481901" y="735789"/>
                    <a:pt x="2561188" y="739599"/>
                  </a:cubicBezTo>
                  <a:cubicBezTo>
                    <a:pt x="2626059" y="742139"/>
                    <a:pt x="2690929" y="742139"/>
                    <a:pt x="2755800" y="744679"/>
                  </a:cubicBezTo>
                  <a:cubicBezTo>
                    <a:pt x="2851905" y="748489"/>
                    <a:pt x="2948010" y="751029"/>
                    <a:pt x="3044115" y="752299"/>
                  </a:cubicBezTo>
                  <a:cubicBezTo>
                    <a:pt x="3075365" y="752299"/>
                    <a:pt x="3093145" y="751029"/>
                    <a:pt x="3113465" y="75102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6"/>
          <p:cNvSpPr txBox="1"/>
          <p:nvPr/>
        </p:nvSpPr>
        <p:spPr>
          <a:xfrm>
            <a:off x="6892299" y="3421573"/>
            <a:ext cx="3677887" cy="525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30" u="none" cap="none" strike="noStrike">
                <a:solidFill>
                  <a:srgbClr val="00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REST AGENTS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4310277" y="6266886"/>
            <a:ext cx="3077286" cy="2511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Selects target endpoint, HTTP method from SPDG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91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Rewarded for 4xx,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5xx response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7337946" y="6266886"/>
            <a:ext cx="3077286" cy="2511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Selects combinations of query and body properties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91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Rewarded for 2xx success response 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10500237" y="6402080"/>
            <a:ext cx="3077286" cy="2511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Selects data sources (Reuse vs. LLMs vs. Random)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91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Rewarded for 2xx response 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13977723" y="6361215"/>
            <a:ext cx="3077286" cy="2511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Handles authentication tokens and metadata state.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91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Rewarded for 2xx response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198" name="Google Shape;198;p7"/>
          <p:cNvSpPr txBox="1"/>
          <p:nvPr/>
        </p:nvSpPr>
        <p:spPr>
          <a:xfrm>
            <a:off x="402647" y="1480943"/>
            <a:ext cx="11228195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AutoRestTest Approach </a:t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2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7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7"/>
          <p:cNvSpPr txBox="1"/>
          <p:nvPr/>
        </p:nvSpPr>
        <p:spPr>
          <a:xfrm>
            <a:off x="9139238" y="4236136"/>
            <a:ext cx="9525" cy="163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17109207" y="9624836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-1972072" y="2845238"/>
            <a:ext cx="11228195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Q-Learning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661524" y="4226998"/>
            <a:ext cx="16955427" cy="4213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1805" lvl="1" marL="86360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Q-table which initially set to 0 and updated by API responses</a:t>
            </a:r>
            <a:endParaRPr/>
          </a:p>
          <a:p>
            <a:pPr indent="-431805" lvl="1" marL="86360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epsilon-greedy strategy (ϵ - exploration, 1- ϵ exploitation)</a:t>
            </a:r>
            <a:endParaRPr/>
          </a:p>
          <a:p>
            <a:pPr indent="-431805" lvl="1" marL="86360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update Q-values using the Bellman Equation</a:t>
            </a:r>
            <a:endParaRPr/>
          </a:p>
          <a:p>
            <a:pPr indent="-431805" lvl="1" marL="86360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uses value decomposition as multiple agents work together</a:t>
            </a:r>
            <a:endParaRPr/>
          </a:p>
          <a:p>
            <a:pPr indent="-431805" lvl="1" marL="86360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operation agent rewarded for 4xx, 5xx and other agents rewarded for 2xx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210" name="Google Shape;210;p8"/>
          <p:cNvSpPr txBox="1"/>
          <p:nvPr/>
        </p:nvSpPr>
        <p:spPr>
          <a:xfrm>
            <a:off x="402647" y="1480943"/>
            <a:ext cx="11228195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AutoRestTest Approach </a:t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2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8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8"/>
          <p:cNvSpPr/>
          <p:nvPr/>
        </p:nvSpPr>
        <p:spPr>
          <a:xfrm>
            <a:off x="491903" y="3556652"/>
            <a:ext cx="16831433" cy="5701648"/>
          </a:xfrm>
          <a:custGeom>
            <a:rect b="b" l="l" r="r" t="t"/>
            <a:pathLst>
              <a:path extrusionOk="0" h="5701648" w="16831433">
                <a:moveTo>
                  <a:pt x="0" y="0"/>
                </a:moveTo>
                <a:lnTo>
                  <a:pt x="16831433" y="0"/>
                </a:lnTo>
                <a:lnTo>
                  <a:pt x="16831433" y="5701648"/>
                </a:lnTo>
                <a:lnTo>
                  <a:pt x="0" y="5701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8"/>
          <p:cNvSpPr txBox="1"/>
          <p:nvPr/>
        </p:nvSpPr>
        <p:spPr>
          <a:xfrm>
            <a:off x="9139238" y="4236136"/>
            <a:ext cx="9525" cy="163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17109207" y="9624836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221" name="Google Shape;221;p9"/>
          <p:cNvSpPr txBox="1"/>
          <p:nvPr/>
        </p:nvSpPr>
        <p:spPr>
          <a:xfrm>
            <a:off x="3284502" y="75565"/>
            <a:ext cx="11228195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AutoRestTest Workflow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2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9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9"/>
          <p:cNvSpPr/>
          <p:nvPr/>
        </p:nvSpPr>
        <p:spPr>
          <a:xfrm>
            <a:off x="214800" y="1028700"/>
            <a:ext cx="17848874" cy="8790571"/>
          </a:xfrm>
          <a:custGeom>
            <a:rect b="b" l="l" r="r" t="t"/>
            <a:pathLst>
              <a:path extrusionOk="0" h="8790571" w="17848874">
                <a:moveTo>
                  <a:pt x="0" y="0"/>
                </a:moveTo>
                <a:lnTo>
                  <a:pt x="17848875" y="0"/>
                </a:lnTo>
                <a:lnTo>
                  <a:pt x="17848875" y="8790571"/>
                </a:lnTo>
                <a:lnTo>
                  <a:pt x="0" y="8790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9"/>
          <p:cNvSpPr txBox="1"/>
          <p:nvPr/>
        </p:nvSpPr>
        <p:spPr>
          <a:xfrm>
            <a:off x="9139238" y="4236136"/>
            <a:ext cx="9525" cy="163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17109207" y="9624836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232" name="Google Shape;232;p1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0"/>
          <p:cNvSpPr txBox="1"/>
          <p:nvPr/>
        </p:nvSpPr>
        <p:spPr>
          <a:xfrm>
            <a:off x="-376512" y="923925"/>
            <a:ext cx="11228195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Project Features</a:t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9139238" y="4236136"/>
            <a:ext cx="9525" cy="163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37" name="Google Shape;237;p10"/>
          <p:cNvSpPr txBox="1"/>
          <p:nvPr/>
        </p:nvSpPr>
        <p:spPr>
          <a:xfrm>
            <a:off x="1437752" y="2444166"/>
            <a:ext cx="16850248" cy="6993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4984" lvl="1" marL="94996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account creation</a:t>
            </a:r>
            <a:endParaRPr/>
          </a:p>
          <a:p>
            <a:pPr indent="-474984" lvl="1" marL="94996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multiple project manage</a:t>
            </a:r>
            <a:endParaRPr/>
          </a:p>
          <a:p>
            <a:pPr indent="-474984" lvl="1" marL="94996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test suits manage under project</a:t>
            </a:r>
            <a:endParaRPr/>
          </a:p>
          <a:p>
            <a:pPr indent="-474984" lvl="1" marL="94996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automatically generate OAS file from codebase</a:t>
            </a:r>
            <a:endParaRPr/>
          </a:p>
          <a:p>
            <a:pPr indent="-474984" lvl="1" marL="94996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one-click automated testing</a:t>
            </a:r>
            <a:endParaRPr/>
          </a:p>
          <a:p>
            <a:pPr indent="-474984" lvl="1" marL="94996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collaboration with team members</a:t>
            </a:r>
            <a:endParaRPr/>
          </a:p>
          <a:p>
            <a:pPr indent="-474984" lvl="1" marL="94996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dashboard to show test process</a:t>
            </a:r>
            <a:endParaRPr/>
          </a:p>
          <a:p>
            <a:pPr indent="-474984" lvl="1" marL="94996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detailed testing report</a:t>
            </a:r>
            <a:endParaRPr/>
          </a:p>
          <a:p>
            <a:pPr indent="-474984" lvl="1" marL="94996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test result tracking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243" name="Google Shape;243;p1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1"/>
          <p:cNvSpPr/>
          <p:nvPr/>
        </p:nvSpPr>
        <p:spPr>
          <a:xfrm>
            <a:off x="3493371" y="4168154"/>
            <a:ext cx="11301259" cy="5240959"/>
          </a:xfrm>
          <a:custGeom>
            <a:rect b="b" l="l" r="r" t="t"/>
            <a:pathLst>
              <a:path extrusionOk="0" h="5240959" w="11301259">
                <a:moveTo>
                  <a:pt x="0" y="0"/>
                </a:moveTo>
                <a:lnTo>
                  <a:pt x="11301258" y="0"/>
                </a:lnTo>
                <a:lnTo>
                  <a:pt x="11301258" y="5240958"/>
                </a:lnTo>
                <a:lnTo>
                  <a:pt x="0" y="5240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1"/>
          <p:cNvSpPr/>
          <p:nvPr/>
        </p:nvSpPr>
        <p:spPr>
          <a:xfrm>
            <a:off x="3493371" y="2868509"/>
            <a:ext cx="11301259" cy="1299645"/>
          </a:xfrm>
          <a:custGeom>
            <a:rect b="b" l="l" r="r" t="t"/>
            <a:pathLst>
              <a:path extrusionOk="0" h="1299645" w="11301259">
                <a:moveTo>
                  <a:pt x="0" y="0"/>
                </a:moveTo>
                <a:lnTo>
                  <a:pt x="11301258" y="0"/>
                </a:lnTo>
                <a:lnTo>
                  <a:pt x="11301258" y="1299645"/>
                </a:lnTo>
                <a:lnTo>
                  <a:pt x="0" y="1299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1"/>
          <p:cNvSpPr txBox="1"/>
          <p:nvPr/>
        </p:nvSpPr>
        <p:spPr>
          <a:xfrm>
            <a:off x="-376512" y="923925"/>
            <a:ext cx="11228195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Motivating Paper</a:t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9139238" y="4236136"/>
            <a:ext cx="9525" cy="163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255" name="Google Shape;255;p12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12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2"/>
          <p:cNvSpPr/>
          <p:nvPr/>
        </p:nvSpPr>
        <p:spPr>
          <a:xfrm>
            <a:off x="2150268" y="2764401"/>
            <a:ext cx="1491758" cy="1491758"/>
          </a:xfrm>
          <a:custGeom>
            <a:rect b="b" l="l" r="r" t="t"/>
            <a:pathLst>
              <a:path extrusionOk="0" h="1491758" w="1491758">
                <a:moveTo>
                  <a:pt x="0" y="0"/>
                </a:moveTo>
                <a:lnTo>
                  <a:pt x="1491758" y="0"/>
                </a:lnTo>
                <a:lnTo>
                  <a:pt x="1491758" y="1491758"/>
                </a:lnTo>
                <a:lnTo>
                  <a:pt x="0" y="1491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2"/>
          <p:cNvSpPr/>
          <p:nvPr/>
        </p:nvSpPr>
        <p:spPr>
          <a:xfrm>
            <a:off x="6062921" y="2558259"/>
            <a:ext cx="1382320" cy="1382320"/>
          </a:xfrm>
          <a:custGeom>
            <a:rect b="b" l="l" r="r" t="t"/>
            <a:pathLst>
              <a:path extrusionOk="0" h="1382320" w="1382320">
                <a:moveTo>
                  <a:pt x="0" y="0"/>
                </a:moveTo>
                <a:lnTo>
                  <a:pt x="1382320" y="0"/>
                </a:lnTo>
                <a:lnTo>
                  <a:pt x="1382320" y="1382320"/>
                </a:lnTo>
                <a:lnTo>
                  <a:pt x="0" y="138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12"/>
          <p:cNvSpPr/>
          <p:nvPr/>
        </p:nvSpPr>
        <p:spPr>
          <a:xfrm>
            <a:off x="5734609" y="5067759"/>
            <a:ext cx="1874789" cy="1874789"/>
          </a:xfrm>
          <a:custGeom>
            <a:rect b="b" l="l" r="r" t="t"/>
            <a:pathLst>
              <a:path extrusionOk="0" h="1874789" w="1874789">
                <a:moveTo>
                  <a:pt x="0" y="0"/>
                </a:moveTo>
                <a:lnTo>
                  <a:pt x="1874789" y="0"/>
                </a:lnTo>
                <a:lnTo>
                  <a:pt x="1874789" y="1874789"/>
                </a:lnTo>
                <a:lnTo>
                  <a:pt x="0" y="1874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12"/>
          <p:cNvSpPr/>
          <p:nvPr/>
        </p:nvSpPr>
        <p:spPr>
          <a:xfrm>
            <a:off x="2150268" y="7589042"/>
            <a:ext cx="1820070" cy="1820070"/>
          </a:xfrm>
          <a:custGeom>
            <a:rect b="b" l="l" r="r" t="t"/>
            <a:pathLst>
              <a:path extrusionOk="0" h="1820070" w="1820070">
                <a:moveTo>
                  <a:pt x="0" y="0"/>
                </a:moveTo>
                <a:lnTo>
                  <a:pt x="1820070" y="0"/>
                </a:lnTo>
                <a:lnTo>
                  <a:pt x="1820070" y="1820070"/>
                </a:lnTo>
                <a:lnTo>
                  <a:pt x="0" y="1820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12"/>
          <p:cNvSpPr/>
          <p:nvPr/>
        </p:nvSpPr>
        <p:spPr>
          <a:xfrm>
            <a:off x="5898765" y="7698480"/>
            <a:ext cx="1710633" cy="1710633"/>
          </a:xfrm>
          <a:custGeom>
            <a:rect b="b" l="l" r="r" t="t"/>
            <a:pathLst>
              <a:path extrusionOk="0" h="1710633" w="1710633">
                <a:moveTo>
                  <a:pt x="0" y="0"/>
                </a:moveTo>
                <a:lnTo>
                  <a:pt x="1710633" y="0"/>
                </a:lnTo>
                <a:lnTo>
                  <a:pt x="1710633" y="1710632"/>
                </a:lnTo>
                <a:lnTo>
                  <a:pt x="0" y="1710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12"/>
          <p:cNvSpPr/>
          <p:nvPr/>
        </p:nvSpPr>
        <p:spPr>
          <a:xfrm>
            <a:off x="9433304" y="7802376"/>
            <a:ext cx="1760930" cy="1760930"/>
          </a:xfrm>
          <a:custGeom>
            <a:rect b="b" l="l" r="r" t="t"/>
            <a:pathLst>
              <a:path extrusionOk="0" h="1760930" w="1760930">
                <a:moveTo>
                  <a:pt x="0" y="0"/>
                </a:moveTo>
                <a:lnTo>
                  <a:pt x="1760930" y="0"/>
                </a:lnTo>
                <a:lnTo>
                  <a:pt x="1760930" y="1760930"/>
                </a:lnTo>
                <a:lnTo>
                  <a:pt x="0" y="1760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2"/>
          <p:cNvSpPr/>
          <p:nvPr/>
        </p:nvSpPr>
        <p:spPr>
          <a:xfrm>
            <a:off x="13135104" y="7472475"/>
            <a:ext cx="1936638" cy="1936638"/>
          </a:xfrm>
          <a:custGeom>
            <a:rect b="b" l="l" r="r" t="t"/>
            <a:pathLst>
              <a:path extrusionOk="0" h="1936638" w="1936638">
                <a:moveTo>
                  <a:pt x="0" y="0"/>
                </a:moveTo>
                <a:lnTo>
                  <a:pt x="1936637" y="0"/>
                </a:lnTo>
                <a:lnTo>
                  <a:pt x="1936637" y="1936637"/>
                </a:lnTo>
                <a:lnTo>
                  <a:pt x="0" y="1936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12"/>
          <p:cNvSpPr txBox="1"/>
          <p:nvPr/>
        </p:nvSpPr>
        <p:spPr>
          <a:xfrm>
            <a:off x="5119324" y="4236136"/>
            <a:ext cx="9525" cy="163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9330211" y="2622790"/>
            <a:ext cx="1639154" cy="1631868"/>
          </a:xfrm>
          <a:custGeom>
            <a:rect b="b" l="l" r="r" t="t"/>
            <a:pathLst>
              <a:path extrusionOk="0" h="1631868" w="1639154">
                <a:moveTo>
                  <a:pt x="0" y="0"/>
                </a:moveTo>
                <a:lnTo>
                  <a:pt x="1639154" y="0"/>
                </a:lnTo>
                <a:lnTo>
                  <a:pt x="1639154" y="1631868"/>
                </a:lnTo>
                <a:lnTo>
                  <a:pt x="0" y="1631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12"/>
          <p:cNvSpPr/>
          <p:nvPr/>
        </p:nvSpPr>
        <p:spPr>
          <a:xfrm>
            <a:off x="13008040" y="2368954"/>
            <a:ext cx="1760930" cy="1760930"/>
          </a:xfrm>
          <a:custGeom>
            <a:rect b="b" l="l" r="r" t="t"/>
            <a:pathLst>
              <a:path extrusionOk="0" h="1760930" w="1760930">
                <a:moveTo>
                  <a:pt x="0" y="0"/>
                </a:moveTo>
                <a:lnTo>
                  <a:pt x="1760930" y="0"/>
                </a:lnTo>
                <a:lnTo>
                  <a:pt x="1760930" y="1760930"/>
                </a:lnTo>
                <a:lnTo>
                  <a:pt x="0" y="1760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2"/>
          <p:cNvSpPr/>
          <p:nvPr/>
        </p:nvSpPr>
        <p:spPr>
          <a:xfrm>
            <a:off x="13135104" y="5042504"/>
            <a:ext cx="1633867" cy="1633867"/>
          </a:xfrm>
          <a:custGeom>
            <a:rect b="b" l="l" r="r" t="t"/>
            <a:pathLst>
              <a:path extrusionOk="0" h="1633867" w="1633867">
                <a:moveTo>
                  <a:pt x="0" y="0"/>
                </a:moveTo>
                <a:lnTo>
                  <a:pt x="1633866" y="0"/>
                </a:lnTo>
                <a:lnTo>
                  <a:pt x="1633866" y="1633866"/>
                </a:lnTo>
                <a:lnTo>
                  <a:pt x="0" y="1633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12"/>
          <p:cNvSpPr/>
          <p:nvPr/>
        </p:nvSpPr>
        <p:spPr>
          <a:xfrm>
            <a:off x="2150268" y="5258716"/>
            <a:ext cx="2448313" cy="1492874"/>
          </a:xfrm>
          <a:custGeom>
            <a:rect b="b" l="l" r="r" t="t"/>
            <a:pathLst>
              <a:path extrusionOk="0" h="1492874" w="2448313">
                <a:moveTo>
                  <a:pt x="0" y="0"/>
                </a:moveTo>
                <a:lnTo>
                  <a:pt x="2448313" y="0"/>
                </a:lnTo>
                <a:lnTo>
                  <a:pt x="2448313" y="1492874"/>
                </a:lnTo>
                <a:lnTo>
                  <a:pt x="0" y="1492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12"/>
          <p:cNvSpPr txBox="1"/>
          <p:nvPr/>
        </p:nvSpPr>
        <p:spPr>
          <a:xfrm>
            <a:off x="-2309909" y="923925"/>
            <a:ext cx="11228195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Tools</a:t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9105341" y="4751459"/>
            <a:ext cx="2088893" cy="2088893"/>
          </a:xfrm>
          <a:custGeom>
            <a:rect b="b" l="l" r="r" t="t"/>
            <a:pathLst>
              <a:path extrusionOk="0" h="2088893" w="2088893">
                <a:moveTo>
                  <a:pt x="0" y="0"/>
                </a:moveTo>
                <a:lnTo>
                  <a:pt x="2088893" y="0"/>
                </a:lnTo>
                <a:lnTo>
                  <a:pt x="2088893" y="2088893"/>
                </a:lnTo>
                <a:lnTo>
                  <a:pt x="0" y="2088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